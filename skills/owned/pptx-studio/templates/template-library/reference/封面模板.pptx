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9F27D-5D22-D488-E27E-F1B96F8CC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FA22BE-17FF-E11B-32DA-C7875D3A1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BBA299-3C24-238E-B50C-226BC72AA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5822-F4D7-497A-ACC3-D3701F19B9AC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C5028-D535-1C09-1B40-FFA293C2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9B8ACC-0D21-F341-4EDF-D0D6A388B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2027-C7E6-4627-89F9-8F9A51C7A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824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F002A-D53D-98DE-8C02-D4C509D31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617CFD-C2B3-84D5-B5F6-FD569B633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0EC9E1-30A8-BBB0-35E9-DE872D437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5822-F4D7-497A-ACC3-D3701F19B9AC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5088FA-77FA-2B2C-16B6-BA4438C5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38936C-625D-CE85-6611-47A33F19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2027-C7E6-4627-89F9-8F9A51C7A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33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75B8B-40D2-ED89-F701-AA25CA844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5E02CD-0415-2FAC-313C-9BDE2214E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F35777-6B80-1FF5-EFF6-F9F2E239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5822-F4D7-497A-ACC3-D3701F19B9AC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5758FA-F856-349C-CED9-A94CB9D9B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962C50-7A63-6023-943B-F8116BD8A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2027-C7E6-4627-89F9-8F9A51C7A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21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BBC1D-2D0D-487A-7E0C-BD2CF9C4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34CC43-1E3E-EA7B-E4BD-A2250445DD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7870B8-8066-C1D8-43CF-639B34E3D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349179-7546-8DB6-4FDB-89FEDB83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5822-F4D7-497A-ACC3-D3701F19B9AC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39E605-5A98-E596-0BFF-8D1B5FF67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33E604-BC13-2D0D-4E64-4EC3BEF6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2027-C7E6-4627-89F9-8F9A51C7A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376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F4DF2-39F6-F837-DC19-6CBDE87D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D1E87A-0F35-E99A-BA96-FF64D73C0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CE29C8-2384-22E2-3428-62C62C016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8665CB-DAF1-B511-40D7-D14EDF203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EA1DBB-9723-5DA0-7510-40CE04C81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A4EF8B-9001-9331-DE61-5A4C7192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5822-F4D7-497A-ACC3-D3701F19B9AC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194B7B8-D3A8-5819-E8AB-2499B25F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D62903A-82E3-B5E2-64E0-AC98A1C2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2027-C7E6-4627-89F9-8F9A51C7A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87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5F7BD-0A62-CA4B-3908-ED3A32BD0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BF5D4D-6763-F95C-2362-2590F8D36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5822-F4D7-497A-ACC3-D3701F19B9AC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9BD580-C38C-44D6-1C16-76B3FBDFE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A0D7D2-A5FB-72F4-345C-A468FB04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2027-C7E6-4627-89F9-8F9A51C7A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257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0C330F-7FF0-16C3-9E6A-AF91E33C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5822-F4D7-497A-ACC3-D3701F19B9AC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C85885-8625-ABF0-028C-407D63D7E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99FD4A-3B2A-19F2-830B-C317A11C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2027-C7E6-4627-89F9-8F9A51C7A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64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22BAE-13E7-BBD2-4656-AD6F2A388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0B71A7-BFD8-44B0-889A-7A9B8527F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8F75E5-3936-0476-563D-A63535CF1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25E845-C9A5-88B0-AE3E-92A205B0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5822-F4D7-497A-ACC3-D3701F19B9AC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B49832-D996-64DF-36A6-F73AD602F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B6585-3F59-ABFE-6300-F2B2BFE5D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2027-C7E6-4627-89F9-8F9A51C7A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7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1B09B9-A866-6DBE-EC49-C77CA066F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EFF01D9-3B22-B6F3-7CA9-2C74D97A7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E96C88-DD2D-71C2-84D5-BA8B0CAC0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71DE75-D642-7181-E487-4F8A4DB0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5822-F4D7-497A-ACC3-D3701F19B9AC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835C5D-AC3D-4B22-CCF1-D9262B45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24FC36-6D62-6521-54C0-65D07C5D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2027-C7E6-4627-89F9-8F9A51C7A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61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E36EF-B4A9-286A-BCC9-2CB5A4D5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59DED8-C7C2-522E-63C2-13197B085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045A45-4F05-2663-9257-2D06CE3C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5822-F4D7-497A-ACC3-D3701F19B9AC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845A47-4D69-A7D7-CA1A-F2459B87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C1260A-92EF-1BB9-FC87-BFC38B300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2027-C7E6-4627-89F9-8F9A51C7A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984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D7A21D-814F-78B1-24C8-2229F0649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9A49B2-654B-885E-563B-D0634C1FD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1B8276-7091-D64A-AEC8-08A935F0D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F5822-F4D7-497A-ACC3-D3701F19B9AC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E2E28B-63DE-C92E-FA6A-0734EEB5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59DB1-7CFD-9C39-3796-5F5360DF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2027-C7E6-4627-89F9-8F9A51C7A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559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EF306D-BC8C-C1C3-4027-CC6D8A75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10B3FE-AA94-0A4C-87E6-9A05FD5CF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A2BDE1-82A7-758E-7270-B218AD602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F5822-F4D7-497A-ACC3-D3701F19B9AC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39DF97-A0DA-EF11-9808-A26FE3E7F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B1BFF-1F49-4292-DF2A-6BC4F7DC8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B2027-C7E6-4627-89F9-8F9A51C7A3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97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A8656F2-A0F3-F4D8-2DA0-5CF5A1D659DD}"/>
              </a:ext>
            </a:extLst>
          </p:cNvPr>
          <p:cNvGrpSpPr/>
          <p:nvPr/>
        </p:nvGrpSpPr>
        <p:grpSpPr>
          <a:xfrm>
            <a:off x="-1" y="-15338"/>
            <a:ext cx="12192001" cy="6900638"/>
            <a:chOff x="-1" y="-15338"/>
            <a:chExt cx="12192001" cy="6900638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F0A5BBD-6DFD-A3A3-CBC5-B585D2DF5C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2885" b="12777"/>
            <a:stretch/>
          </p:blipFill>
          <p:spPr>
            <a:xfrm>
              <a:off x="-1" y="8525"/>
              <a:ext cx="12192001" cy="6849476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F3A7FDB-6E03-3F65-5F7C-DDEF696E4B93}"/>
                </a:ext>
              </a:extLst>
            </p:cNvPr>
            <p:cNvSpPr/>
            <p:nvPr/>
          </p:nvSpPr>
          <p:spPr>
            <a:xfrm>
              <a:off x="0" y="-15338"/>
              <a:ext cx="12192000" cy="6900638"/>
            </a:xfrm>
            <a:prstGeom prst="rect">
              <a:avLst/>
            </a:prstGeom>
            <a:gradFill>
              <a:gsLst>
                <a:gs pos="52250">
                  <a:srgbClr val="2852A9">
                    <a:alpha val="62000"/>
                    <a:lumMod val="74000"/>
                  </a:srgbClr>
                </a:gs>
                <a:gs pos="0">
                  <a:srgbClr val="2852A9">
                    <a:lumMod val="74000"/>
                  </a:srgbClr>
                </a:gs>
                <a:gs pos="26000">
                  <a:srgbClr val="2852A9">
                    <a:alpha val="80000"/>
                    <a:lumMod val="74000"/>
                  </a:srgbClr>
                </a:gs>
                <a:gs pos="78000">
                  <a:srgbClr val="2852A9">
                    <a:alpha val="80000"/>
                    <a:lumMod val="74000"/>
                  </a:srgbClr>
                </a:gs>
                <a:gs pos="100000">
                  <a:srgbClr val="2852A9">
                    <a:lumMod val="74000"/>
                  </a:srgb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7" name="图片 6" descr="校标、校名-透空2">
            <a:extLst>
              <a:ext uri="{FF2B5EF4-FFF2-40B4-BE49-F238E27FC236}">
                <a16:creationId xmlns:a16="http://schemas.microsoft.com/office/drawing/2014/main" id="{809A65FB-49F1-C5CA-E427-CA9EFBD9E0A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0342157" y="295821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8" name="图片 7" descr="图片1(2)">
            <a:extLst>
              <a:ext uri="{FF2B5EF4-FFF2-40B4-BE49-F238E27FC236}">
                <a16:creationId xmlns:a16="http://schemas.microsoft.com/office/drawing/2014/main" id="{121E450C-364D-E8EE-0129-7FDCAE4CF2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0900"/>
          <a:stretch>
            <a:fillRect/>
          </a:stretch>
        </p:blipFill>
        <p:spPr>
          <a:xfrm>
            <a:off x="162398" y="196908"/>
            <a:ext cx="532927" cy="57227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67EE339-4092-7B85-95C9-941C1BE40402}"/>
              </a:ext>
            </a:extLst>
          </p:cNvPr>
          <p:cNvSpPr txBox="1"/>
          <p:nvPr/>
        </p:nvSpPr>
        <p:spPr>
          <a:xfrm>
            <a:off x="853677" y="319235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prstClr val="white"/>
                </a:solidFill>
                <a:latin typeface="思源黑体 CN" panose="020B0800000000000000" pitchFamily="34" charset="-122"/>
                <a:ea typeface="思源黑体 CN" panose="020B0800000000000000" pitchFamily="34" charset="-122"/>
              </a:rPr>
              <a:t>第十九届“挑战杯”全国</a:t>
            </a:r>
            <a:r>
              <a:rPr lang="zh-CN" altLang="zh-CN" kern="100" dirty="0">
                <a:solidFill>
                  <a:prstClr val="whit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Times New Roman" panose="02020603050405020304" pitchFamily="18" charset="0"/>
              </a:rPr>
              <a:t>大学生课外学术科技</a:t>
            </a:r>
            <a:r>
              <a:rPr lang="zh-CN" altLang="en-US" kern="100" dirty="0">
                <a:solidFill>
                  <a:prstClr val="whit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Times New Roman" panose="02020603050405020304" pitchFamily="18" charset="0"/>
              </a:rPr>
              <a:t>作品</a:t>
            </a:r>
            <a:r>
              <a:rPr lang="zh-CN" altLang="zh-CN" kern="100" dirty="0">
                <a:solidFill>
                  <a:prstClr val="whit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Times New Roman" panose="02020603050405020304" pitchFamily="18" charset="0"/>
              </a:rPr>
              <a:t>竞赛</a:t>
            </a:r>
            <a:endParaRPr lang="zh-CN" altLang="en-US" dirty="0">
              <a:solidFill>
                <a:prstClr val="white"/>
              </a:solidFill>
              <a:latin typeface="思源黑体 CN" panose="020B0800000000000000" pitchFamily="34" charset="-122"/>
              <a:ea typeface="思源黑体 CN" panose="020B0800000000000000" pitchFamily="34" charset="-122"/>
            </a:endParaRPr>
          </a:p>
        </p:txBody>
      </p:sp>
      <p:pic>
        <p:nvPicPr>
          <p:cNvPr id="10" name="Picture 2" descr="查看图片">
            <a:extLst>
              <a:ext uri="{FF2B5EF4-FFF2-40B4-BE49-F238E27FC236}">
                <a16:creationId xmlns:a16="http://schemas.microsoft.com/office/drawing/2014/main" id="{67D72ACC-7EDD-6F09-F1BC-BC72C8927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8049" y="-1478604"/>
            <a:ext cx="16652740" cy="483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E5ACFCF-4738-8E4D-F63C-7C1D7FF87829}"/>
              </a:ext>
            </a:extLst>
          </p:cNvPr>
          <p:cNvSpPr txBox="1"/>
          <p:nvPr/>
        </p:nvSpPr>
        <p:spPr>
          <a:xfrm>
            <a:off x="250474" y="847991"/>
            <a:ext cx="219845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600"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53000"/>
                    </a:prstClr>
                  </a:outerShdw>
                </a:effectLst>
                <a:latin typeface="字魂71号-御守锦书" panose="00000500000000000000" pitchFamily="2" charset="-122"/>
                <a:ea typeface="字魂71号-御守锦书" panose="00000500000000000000" pitchFamily="2" charset="-122"/>
              </a:rPr>
              <a:t>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C92C77-4310-05E2-A019-A846D9B618CD}"/>
              </a:ext>
            </a:extLst>
          </p:cNvPr>
          <p:cNvSpPr txBox="1"/>
          <p:nvPr/>
        </p:nvSpPr>
        <p:spPr>
          <a:xfrm>
            <a:off x="1810393" y="1390039"/>
            <a:ext cx="219845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200"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53000"/>
                    </a:prstClr>
                  </a:outerShdw>
                </a:effectLst>
                <a:latin typeface="字魂71号-御守锦书" panose="00000500000000000000" pitchFamily="2" charset="-122"/>
                <a:ea typeface="字魂71号-御守锦书" panose="00000500000000000000" pitchFamily="2" charset="-122"/>
              </a:rPr>
              <a:t>康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C3A263-6656-7896-248F-D374B84FF76D}"/>
              </a:ext>
            </a:extLst>
          </p:cNvPr>
          <p:cNvSpPr txBox="1"/>
          <p:nvPr/>
        </p:nvSpPr>
        <p:spPr>
          <a:xfrm>
            <a:off x="2772211" y="894184"/>
            <a:ext cx="219845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600"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53000"/>
                    </a:prstClr>
                  </a:outerShdw>
                </a:effectLst>
                <a:latin typeface="字魂71号-御守锦书" panose="00000500000000000000" pitchFamily="2" charset="-122"/>
                <a:ea typeface="字魂71号-御守锦书" panose="00000500000000000000" pitchFamily="2" charset="-122"/>
              </a:rPr>
              <a:t>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1CBED4-5BB7-641F-98D9-AFBBDB1747C8}"/>
              </a:ext>
            </a:extLst>
          </p:cNvPr>
          <p:cNvSpPr txBox="1"/>
          <p:nvPr/>
        </p:nvSpPr>
        <p:spPr>
          <a:xfrm>
            <a:off x="4295435" y="1148099"/>
            <a:ext cx="2198451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300"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53000"/>
                    </a:prstClr>
                  </a:outerShdw>
                </a:effectLst>
                <a:latin typeface="字魂71号-御守锦书" panose="00000500000000000000" pitchFamily="2" charset="-122"/>
                <a:ea typeface="字魂71号-御守锦书" panose="00000500000000000000" pitchFamily="2" charset="-122"/>
              </a:rPr>
              <a:t>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737402-E2C3-74D9-4AD7-4E1EE6FE15CF}"/>
              </a:ext>
            </a:extLst>
          </p:cNvPr>
          <p:cNvSpPr txBox="1"/>
          <p:nvPr/>
        </p:nvSpPr>
        <p:spPr>
          <a:xfrm>
            <a:off x="5568763" y="1295176"/>
            <a:ext cx="219845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200"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53000"/>
                    </a:prstClr>
                  </a:outerShdw>
                </a:effectLst>
                <a:latin typeface="字魂71号-御守锦书" panose="00000500000000000000" pitchFamily="2" charset="-122"/>
                <a:ea typeface="字魂71号-御守锦书" panose="00000500000000000000" pitchFamily="2" charset="-122"/>
              </a:rPr>
              <a:t>的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99A01BF-6987-1340-4B48-CD79ED6CEB1A}"/>
              </a:ext>
            </a:extLst>
          </p:cNvPr>
          <p:cNvSpPr txBox="1"/>
          <p:nvPr/>
        </p:nvSpPr>
        <p:spPr>
          <a:xfrm>
            <a:off x="6561082" y="847991"/>
            <a:ext cx="219845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600">
                <a:gradFill>
                  <a:gsLst>
                    <a:gs pos="0">
                      <a:srgbClr val="92D4EB">
                        <a:lumMod val="33000"/>
                        <a:lumOff val="67000"/>
                      </a:srgbClr>
                    </a:gs>
                    <a:gs pos="100000">
                      <a:srgbClr val="4BA3DB"/>
                    </a:gs>
                  </a:gsLst>
                  <a:lin ang="5400000" scaled="0"/>
                </a:gradFill>
                <a:effectLst>
                  <a:outerShdw blurRad="101600" sx="102000" sy="102000" algn="ctr" rotWithShape="0">
                    <a:prstClr val="black">
                      <a:alpha val="62000"/>
                    </a:prstClr>
                  </a:outerShdw>
                </a:effectLst>
                <a:latin typeface="字魂71号-御守锦书" panose="00000500000000000000" pitchFamily="2" charset="-122"/>
                <a:ea typeface="字魂71号-御守锦书" panose="00000500000000000000" pitchFamily="2" charset="-122"/>
              </a:rPr>
              <a:t>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D0AD981-72AB-5AAB-8AA4-1E7E94EA73A8}"/>
              </a:ext>
            </a:extLst>
          </p:cNvPr>
          <p:cNvSpPr txBox="1"/>
          <p:nvPr/>
        </p:nvSpPr>
        <p:spPr>
          <a:xfrm>
            <a:off x="8143706" y="1349037"/>
            <a:ext cx="219845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500">
                <a:gradFill>
                  <a:gsLst>
                    <a:gs pos="0">
                      <a:srgbClr val="92D4EB">
                        <a:lumMod val="33000"/>
                        <a:lumOff val="67000"/>
                      </a:srgbClr>
                    </a:gs>
                    <a:gs pos="100000">
                      <a:srgbClr val="4BA3DB"/>
                    </a:gs>
                  </a:gsLst>
                  <a:lin ang="5400000" scaled="0"/>
                </a:gradFill>
                <a:effectLst>
                  <a:outerShdw blurRad="101600" sx="102000" sy="102000" algn="ctr" rotWithShape="0">
                    <a:prstClr val="black">
                      <a:alpha val="62000"/>
                    </a:prstClr>
                  </a:outerShdw>
                </a:effectLst>
                <a:latin typeface="字魂71号-御守锦书" panose="00000500000000000000" pitchFamily="2" charset="-122"/>
                <a:ea typeface="字魂71号-御守锦书" panose="00000500000000000000" pitchFamily="2" charset="-122"/>
              </a:rPr>
              <a:t>假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2FF027-9A85-9576-6723-358C15AECECA}"/>
              </a:ext>
            </a:extLst>
          </p:cNvPr>
          <p:cNvSpPr txBox="1"/>
          <p:nvPr/>
        </p:nvSpPr>
        <p:spPr>
          <a:xfrm>
            <a:off x="9184393" y="1148099"/>
            <a:ext cx="2198451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300"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53000"/>
                    </a:prstClr>
                  </a:outerShdw>
                </a:effectLst>
                <a:latin typeface="字魂71号-御守锦书" panose="00000500000000000000" pitchFamily="2" charset="-122"/>
                <a:ea typeface="字魂71号-御守锦书" panose="00000500000000000000" pitchFamily="2" charset="-122"/>
              </a:rPr>
              <a:t>革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20DBCDE-7ADD-5F5D-42CA-CEEAE564F92F}"/>
              </a:ext>
            </a:extLst>
          </p:cNvPr>
          <p:cNvSpPr txBox="1"/>
          <p:nvPr/>
        </p:nvSpPr>
        <p:spPr>
          <a:xfrm>
            <a:off x="10205979" y="1191344"/>
            <a:ext cx="2198451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300"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53000"/>
                    </a:prstClr>
                  </a:outerShdw>
                </a:effectLst>
                <a:latin typeface="字魂71号-御守锦书" panose="00000500000000000000" pitchFamily="2" charset="-122"/>
                <a:ea typeface="字魂71号-御守锦书" panose="00000500000000000000" pitchFamily="2" charset="-122"/>
              </a:rPr>
              <a:t>命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B982398-FB40-764C-EFCD-6B038759C075}"/>
              </a:ext>
            </a:extLst>
          </p:cNvPr>
          <p:cNvSpPr txBox="1"/>
          <p:nvPr/>
        </p:nvSpPr>
        <p:spPr>
          <a:xfrm>
            <a:off x="2290571" y="3499761"/>
            <a:ext cx="7539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1" lang="en-US" altLang="zh-CN" sz="3600" b="1" spc="300"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思源宋体 CN" panose="02020700000000000000" pitchFamily="18" charset="-122"/>
                <a:ea typeface="思源宋体 CN" panose="02020700000000000000" pitchFamily="18" charset="-122"/>
                <a:cs typeface="汉仪雁翎体简" panose="02010600000101010101" charset="-122"/>
              </a:rPr>
              <a:t>AIGC</a:t>
            </a:r>
            <a:r>
              <a:rPr kumimoji="1" lang="zh-CN" altLang="en-US" sz="3600" b="1" spc="300"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思源宋体 CN" panose="02020700000000000000" pitchFamily="18" charset="-122"/>
                <a:ea typeface="思源宋体 CN" panose="02020700000000000000" pitchFamily="18" charset="-122"/>
                <a:cs typeface="汉仪雁翎体简" panose="02010600000101010101" charset="-122"/>
              </a:rPr>
              <a:t>在虚假信息传播中的作用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DFB733C-66A9-4DB1-21A6-B92DE85FECE4}"/>
              </a:ext>
            </a:extLst>
          </p:cNvPr>
          <p:cNvGrpSpPr/>
          <p:nvPr/>
        </p:nvGrpSpPr>
        <p:grpSpPr>
          <a:xfrm>
            <a:off x="1469859" y="3357945"/>
            <a:ext cx="9181208" cy="826209"/>
            <a:chOff x="2631463" y="4765686"/>
            <a:chExt cx="6858000" cy="82620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0DEE2BB-9836-599C-4B54-1342F2F542C2}"/>
                </a:ext>
              </a:extLst>
            </p:cNvPr>
            <p:cNvSpPr/>
            <p:nvPr/>
          </p:nvSpPr>
          <p:spPr>
            <a:xfrm>
              <a:off x="2873785" y="4899939"/>
              <a:ext cx="6253391" cy="691956"/>
            </a:xfrm>
            <a:prstGeom prst="rect">
              <a:avLst/>
            </a:prstGeom>
            <a:gradFill>
              <a:gsLst>
                <a:gs pos="0">
                  <a:srgbClr val="80211A">
                    <a:lumMod val="75000"/>
                    <a:lumOff val="25000"/>
                    <a:alpha val="0"/>
                  </a:srgbClr>
                </a:gs>
                <a:gs pos="100000">
                  <a:srgbClr val="FB7F77">
                    <a:alpha val="0"/>
                  </a:srgbClr>
                </a:gs>
                <a:gs pos="46000">
                  <a:srgbClr val="80211A">
                    <a:alpha val="0"/>
                  </a:srgbClr>
                </a:gs>
              </a:gsLst>
              <a:lin ang="600000" scaled="0"/>
            </a:gradFill>
            <a:ln w="12700" cap="flat" cmpd="sng" algn="ctr">
              <a:gradFill>
                <a:gsLst>
                  <a:gs pos="55000">
                    <a:srgbClr val="BECEEA"/>
                  </a:gs>
                  <a:gs pos="0">
                    <a:srgbClr val="4472C4">
                      <a:lumMod val="40000"/>
                      <a:lumOff val="60000"/>
                      <a:alpha val="0"/>
                    </a:srgbClr>
                  </a:gs>
                  <a:gs pos="100000">
                    <a:srgbClr val="4472C4">
                      <a:lumMod val="30000"/>
                      <a:lumOff val="70000"/>
                      <a:alpha val="0"/>
                    </a:srgbClr>
                  </a:gs>
                </a:gsLst>
                <a:lin ang="0" scaled="0"/>
              </a:gra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23" name="Picture 2" descr="查看图片">
              <a:extLst>
                <a:ext uri="{FF2B5EF4-FFF2-40B4-BE49-F238E27FC236}">
                  <a16:creationId xmlns:a16="http://schemas.microsoft.com/office/drawing/2014/main" id="{973117DB-74D4-F309-2138-91C5B817F5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5882967" y="1514182"/>
              <a:ext cx="354992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C224EFAE-23DA-0DA6-8BA2-8C0369CE38AB}"/>
              </a:ext>
            </a:extLst>
          </p:cNvPr>
          <p:cNvSpPr txBox="1"/>
          <p:nvPr/>
        </p:nvSpPr>
        <p:spPr>
          <a:xfrm>
            <a:off x="1073166" y="807473"/>
            <a:ext cx="2963949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1" lang="en-US" altLang="zh-CN" sz="8000" b="1">
                <a:ln>
                  <a:gradFill>
                    <a:gsLst>
                      <a:gs pos="0">
                        <a:srgbClr val="FDF8EE"/>
                      </a:gs>
                      <a:gs pos="78000">
                        <a:srgbClr val="FDF8EE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公文小标宋" panose="02000500000000000000" charset="-122"/>
                <a:ea typeface="方正公文小标宋" panose="02000500000000000000" charset="-122"/>
              </a:rPr>
              <a:t>AIGC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49232E7-4AE9-710F-5876-5A305A7F7D35}"/>
              </a:ext>
            </a:extLst>
          </p:cNvPr>
          <p:cNvGrpSpPr/>
          <p:nvPr/>
        </p:nvGrpSpPr>
        <p:grpSpPr>
          <a:xfrm>
            <a:off x="3241333" y="4578835"/>
            <a:ext cx="5943060" cy="560374"/>
            <a:chOff x="1622259" y="4497597"/>
            <a:chExt cx="9181208" cy="560374"/>
          </a:xfrm>
        </p:grpSpPr>
        <p:sp>
          <p:nvSpPr>
            <p:cNvPr id="26" name="梯形 25">
              <a:extLst>
                <a:ext uri="{FF2B5EF4-FFF2-40B4-BE49-F238E27FC236}">
                  <a16:creationId xmlns:a16="http://schemas.microsoft.com/office/drawing/2014/main" id="{0A1CB895-0929-A72D-9E82-9EF13C80D8A0}"/>
                </a:ext>
              </a:extLst>
            </p:cNvPr>
            <p:cNvSpPr/>
            <p:nvPr/>
          </p:nvSpPr>
          <p:spPr>
            <a:xfrm>
              <a:off x="1766787" y="4497597"/>
              <a:ext cx="8780821" cy="354992"/>
            </a:xfrm>
            <a:prstGeom prst="trapezoid">
              <a:avLst/>
            </a:prstGeom>
            <a:gradFill>
              <a:gsLst>
                <a:gs pos="0">
                  <a:sysClr val="window" lastClr="FFFFFF">
                    <a:lumMod val="85000"/>
                    <a:alpha val="0"/>
                  </a:sysClr>
                </a:gs>
                <a:gs pos="100000">
                  <a:sysClr val="window" lastClr="FFFFFF">
                    <a:lumMod val="75000"/>
                    <a:alpha val="46000"/>
                  </a:sysClr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srgbClr val="92D4EB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27" name="Picture 2" descr="查看图片">
              <a:extLst>
                <a:ext uri="{FF2B5EF4-FFF2-40B4-BE49-F238E27FC236}">
                  <a16:creationId xmlns:a16="http://schemas.microsoft.com/office/drawing/2014/main" id="{8D058D0B-F7B5-A5D2-8B83-86E142241B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6035367" y="289871"/>
              <a:ext cx="354992" cy="9181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564B6D1-AE52-94EE-C21E-DB60AC2ED045}"/>
              </a:ext>
            </a:extLst>
          </p:cNvPr>
          <p:cNvSpPr txBox="1"/>
          <p:nvPr/>
        </p:nvSpPr>
        <p:spPr>
          <a:xfrm>
            <a:off x="1288171" y="4427675"/>
            <a:ext cx="9773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57000"/>
                    </a:prstClr>
                  </a:outerShdw>
                </a:effectLst>
                <a:latin typeface="阿里巴巴普惠体 3.0 65 Medium" panose="00020600040101010101" pitchFamily="18" charset="-122"/>
                <a:ea typeface="阿里巴巴普惠体 3.0 65 Medium" panose="00020600040101010101" pitchFamily="18" charset="-122"/>
                <a:cs typeface="阿里巴巴普惠体 3.0 65 Medium" panose="00020600040101010101" pitchFamily="18" charset="-122"/>
              </a:rPr>
              <a:t>项目成员：深圳市高端广告设计有限公司</a:t>
            </a:r>
            <a:endParaRPr lang="zh-CN" altLang="en-US" sz="2000" dirty="0">
              <a:solidFill>
                <a:prstClr val="white"/>
              </a:solidFill>
              <a:effectLst>
                <a:outerShdw blurRad="50800" dist="38100" dir="5400000" sx="101000" sy="101000" algn="t" rotWithShape="0">
                  <a:prstClr val="black">
                    <a:alpha val="57000"/>
                  </a:prstClr>
                </a:outerShdw>
              </a:effectLst>
              <a:latin typeface="阿里巴巴普惠体 3.0 65 Medium" panose="00020600040101010101" pitchFamily="18" charset="-122"/>
              <a:ea typeface="阿里巴巴普惠体 3.0 65 Medium" panose="00020600040101010101" pitchFamily="18" charset="-122"/>
              <a:cs typeface="阿里巴巴普惠体 3.0 65 Medium" panose="00020600040101010101" pitchFamily="18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08A6DDD-3D23-AA08-D84A-F04C0B51E18A}"/>
              </a:ext>
            </a:extLst>
          </p:cNvPr>
          <p:cNvGrpSpPr/>
          <p:nvPr/>
        </p:nvGrpSpPr>
        <p:grpSpPr>
          <a:xfrm>
            <a:off x="3241333" y="5285834"/>
            <a:ext cx="5943060" cy="560374"/>
            <a:chOff x="1622259" y="4497597"/>
            <a:chExt cx="9181208" cy="560374"/>
          </a:xfrm>
        </p:grpSpPr>
        <p:sp>
          <p:nvSpPr>
            <p:cNvPr id="30" name="梯形 29">
              <a:extLst>
                <a:ext uri="{FF2B5EF4-FFF2-40B4-BE49-F238E27FC236}">
                  <a16:creationId xmlns:a16="http://schemas.microsoft.com/office/drawing/2014/main" id="{D9E153D7-D9DF-0AAA-1BE8-6C7FD7949009}"/>
                </a:ext>
              </a:extLst>
            </p:cNvPr>
            <p:cNvSpPr/>
            <p:nvPr/>
          </p:nvSpPr>
          <p:spPr>
            <a:xfrm>
              <a:off x="1766787" y="4497597"/>
              <a:ext cx="8780821" cy="354992"/>
            </a:xfrm>
            <a:prstGeom prst="trapezoid">
              <a:avLst/>
            </a:prstGeom>
            <a:gradFill>
              <a:gsLst>
                <a:gs pos="0">
                  <a:sysClr val="window" lastClr="FFFFFF">
                    <a:lumMod val="85000"/>
                    <a:alpha val="0"/>
                  </a:sysClr>
                </a:gs>
                <a:gs pos="100000">
                  <a:sysClr val="window" lastClr="FFFFFF">
                    <a:lumMod val="75000"/>
                    <a:alpha val="46000"/>
                  </a:sysClr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srgbClr val="92D4EB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31" name="Picture 2" descr="查看图片">
              <a:extLst>
                <a:ext uri="{FF2B5EF4-FFF2-40B4-BE49-F238E27FC236}">
                  <a16:creationId xmlns:a16="http://schemas.microsoft.com/office/drawing/2014/main" id="{7D9B79B4-D214-8B82-5C26-805E6872B6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6035367" y="289871"/>
              <a:ext cx="354992" cy="9181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6E9A337C-A971-A13C-B953-AD918DA3D8F4}"/>
              </a:ext>
            </a:extLst>
          </p:cNvPr>
          <p:cNvSpPr txBox="1"/>
          <p:nvPr/>
        </p:nvSpPr>
        <p:spPr>
          <a:xfrm>
            <a:off x="1288171" y="5134674"/>
            <a:ext cx="9773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57000"/>
                    </a:prstClr>
                  </a:outerShdw>
                </a:effectLst>
                <a:latin typeface="阿里巴巴普惠体 3.0 65 Medium" panose="00020600040101010101" pitchFamily="18" charset="-122"/>
                <a:ea typeface="阿里巴巴普惠体 3.0 65 Medium" panose="00020600040101010101" pitchFamily="18" charset="-122"/>
                <a:cs typeface="阿里巴巴普惠体 3.0 65 Medium" panose="00020600040101010101" pitchFamily="18" charset="-122"/>
              </a:rPr>
              <a:t>指导老师：深圳市高端广告设计有限公司</a:t>
            </a:r>
            <a:endParaRPr lang="zh-CN" altLang="en-US" sz="2000" dirty="0">
              <a:solidFill>
                <a:prstClr val="white"/>
              </a:solidFill>
              <a:effectLst>
                <a:outerShdw blurRad="50800" dist="38100" dir="5400000" sx="101000" sy="101000" algn="t" rotWithShape="0">
                  <a:prstClr val="black">
                    <a:alpha val="57000"/>
                  </a:prstClr>
                </a:outerShdw>
              </a:effectLst>
              <a:latin typeface="阿里巴巴普惠体 3.0 65 Medium" panose="00020600040101010101" pitchFamily="18" charset="-122"/>
              <a:ea typeface="阿里巴巴普惠体 3.0 65 Medium" panose="00020600040101010101" pitchFamily="18" charset="-122"/>
              <a:cs typeface="阿里巴巴普惠体 3.0 65 Medium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78007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阿里巴巴普惠体 3.0 65 Medium</vt:lpstr>
      <vt:lpstr>方正公文小标宋</vt:lpstr>
      <vt:lpstr>Arial</vt:lpstr>
      <vt:lpstr>等线</vt:lpstr>
      <vt:lpstr>等线 Light</vt:lpstr>
      <vt:lpstr>思源黑体 CN</vt:lpstr>
      <vt:lpstr>思源宋体 CN</vt:lpstr>
      <vt:lpstr>字魂71号-御守锦书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b9787</dc:creator>
  <cp:lastModifiedBy>b9787</cp:lastModifiedBy>
  <cp:revision>1</cp:revision>
  <dcterms:created xsi:type="dcterms:W3CDTF">2025-05-21T15:40:07Z</dcterms:created>
  <dcterms:modified xsi:type="dcterms:W3CDTF">2025-05-21T15:40:11Z</dcterms:modified>
</cp:coreProperties>
</file>