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0" d="100"/>
          <a:sy n="60" d="100"/>
        </p:scale>
        <p:origin x="60" y="5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BF5D8F-5BDF-1AFD-8E88-522F4997A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3F8CEC-4199-8B11-CC6F-EC8456550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A2093B-5576-5D4B-79A5-8AAEAA412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1D98-29B5-4595-948B-513BA1EA1E1D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206A8D-8EB0-354B-21A4-2C2F2808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AB8AF8-E692-983E-62A3-8EEA73ECD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3D8C-2E0A-4B61-9A15-944FDA1E8C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055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42A63-1DD4-9F0F-0045-D2BC44509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96180E-203B-2F4F-B776-D12D2232A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A3A05B-187F-724D-ADED-AA947C500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1D98-29B5-4595-948B-513BA1EA1E1D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4A7A7D-64DC-AEEA-BA1F-F2A4977B4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1C1BD-144C-20CC-44A6-A6BA6085D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3D8C-2E0A-4B61-9A15-944FDA1E8C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467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27A3D-B7A7-5B7D-8C37-F66399E3B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8A5F3D-A372-140A-BB37-D2E77ADA0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0C0F1C-2582-DE1C-0A70-918DA3231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1D98-29B5-4595-948B-513BA1EA1E1D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EE144E-9FE8-A3FC-98A2-E3BBA0D4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6A3199-0FB8-271E-FD85-0044DC4C8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3D8C-2E0A-4B61-9A15-944FDA1E8C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133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029F4-CA4F-B82C-959F-A2455A24A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4C9324-D20D-3D71-D590-819287AEF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4839B7-A040-16FC-FE8E-17221A2DC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C00468-2A9F-0FA3-9233-48428587B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1D98-29B5-4595-948B-513BA1EA1E1D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F29962-D2C1-C7A0-C754-E8E6B890B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A25B30-C2E7-A99B-32EA-45B521111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3D8C-2E0A-4B61-9A15-944FDA1E8C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6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D4B7E-542D-1A01-1155-63CFA24D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0F9E76-B112-609B-BD44-456C2F9FB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0053B9-E75A-CFC5-1B82-F0FE8B587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3DCED9-A153-1F87-55C1-452FBE28F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7BF1F3-4435-DEBD-92C2-8F1B3F379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FA2AC9-887D-77BE-F85B-6C4EB0377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1D98-29B5-4595-948B-513BA1EA1E1D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8174BF-948C-3061-2755-2DB73A22E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8A96F9-E2DD-42AC-E9D0-851FEF9D2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3D8C-2E0A-4B61-9A15-944FDA1E8C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527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5554D4-71BE-0EF9-70A7-87804BF3D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18C5AB-65EF-F23B-0043-FECA93F27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1D98-29B5-4595-948B-513BA1EA1E1D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C6BE68-7F17-F494-DAB9-CC71F58D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3FA248-1DF3-76FB-3E6F-FEBA74C9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3D8C-2E0A-4B61-9A15-944FDA1E8C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950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1C0246-EB2C-F0C1-A235-7A036E273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1D98-29B5-4595-948B-513BA1EA1E1D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1250D02-BBA1-E080-1D67-40563FFF2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E089B2-269C-3942-9473-A0A77C122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3D8C-2E0A-4B61-9A15-944FDA1E8C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29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661867-9B2A-0B47-D3C7-12A895D58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054B61-E247-3B4C-3456-DA8ED383C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96B773-B14E-93C3-6916-88B056A01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7898E8-E7CC-53B3-9669-B532F952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1D98-29B5-4595-948B-513BA1EA1E1D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0F720A-575F-2EB1-495A-DF8552AB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0892BC-18D1-2336-D786-B23404BF4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3D8C-2E0A-4B61-9A15-944FDA1E8C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319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FFDB5-9B36-10BC-E1DE-C948EE51D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C3A201B-A790-3977-74DF-48CDE28DF0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BF9E8B-BFF5-A8F5-74F3-2175BE871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0778C5-C601-2B9E-CF4D-395825731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1D98-29B5-4595-948B-513BA1EA1E1D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29347A-D63C-D2C7-DC4F-A2B3C5304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68DE7B-DE04-E58A-64B5-FCF0C4EA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3D8C-2E0A-4B61-9A15-944FDA1E8C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11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82597A-590B-A885-0315-7338EF7DC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3E5D83-8920-4713-E1A4-A83DEFEC2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D4207D-A462-9A97-5D1F-2C5FAF165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1D98-29B5-4595-948B-513BA1EA1E1D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4AC546-1860-3C25-6A00-45EF54863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8BEA39-3787-4AA1-5E44-9914D6F1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3D8C-2E0A-4B61-9A15-944FDA1E8C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30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55F152-4D71-EE9B-9075-31743F85C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C86C7B-DD42-4A9D-2DB0-B26B3AFBE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359DE5-4BCE-72A9-A3A6-3B69BA5A9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A1D98-29B5-4595-948B-513BA1EA1E1D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B943FD-B87D-5FB5-2FC3-F4F832F5A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87020-CD0B-559C-FB08-9BC357582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13D8C-2E0A-4B61-9A15-944FDA1E8C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16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AF6020A-D5DF-40D4-6C5E-D4631A33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409A67-EA45-BD5F-2182-5D28F7540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0F8C58-668D-D609-B16D-1EC7A34CD4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A1D98-29B5-4595-948B-513BA1EA1E1D}" type="datetimeFigureOut">
              <a:rPr lang="zh-CN" altLang="en-US" smtClean="0"/>
              <a:t>2025/5/3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A1F272-84DF-D29E-2BD1-EB0487E43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116AB3-F5B4-49B0-AA96-0158F9AD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13D8C-2E0A-4B61-9A15-944FDA1E8C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094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AI 生成的内容可能不正确。">
            <a:extLst>
              <a:ext uri="{FF2B5EF4-FFF2-40B4-BE49-F238E27FC236}">
                <a16:creationId xmlns:a16="http://schemas.microsoft.com/office/drawing/2014/main" id="{5266E7AB-DDE2-B401-6769-E9A9BEACC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"/>
            <a:ext cx="12192000" cy="68560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E284D2-75B2-73F1-5D3F-322D1B3F8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3" t="7432" r="6349" b="7432"/>
          <a:stretch/>
        </p:blipFill>
        <p:spPr>
          <a:xfrm>
            <a:off x="1017785" y="0"/>
            <a:ext cx="11174216" cy="6858000"/>
          </a:xfrm>
          <a:custGeom>
            <a:avLst/>
            <a:gdLst>
              <a:gd name="connsiteX0" fmla="*/ 0 w 11496675"/>
              <a:gd name="connsiteY0" fmla="*/ 0 h 6858000"/>
              <a:gd name="connsiteX1" fmla="*/ 11496675 w 11496675"/>
              <a:gd name="connsiteY1" fmla="*/ 0 h 6858000"/>
              <a:gd name="connsiteX2" fmla="*/ 11496675 w 11496675"/>
              <a:gd name="connsiteY2" fmla="*/ 6858000 h 6858000"/>
              <a:gd name="connsiteX3" fmla="*/ 0 w 11496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96675" h="6858000">
                <a:moveTo>
                  <a:pt x="0" y="0"/>
                </a:moveTo>
                <a:lnTo>
                  <a:pt x="11496675" y="0"/>
                </a:lnTo>
                <a:lnTo>
                  <a:pt x="1149667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A21987C-229C-496E-954F-6E9FF93C2607}"/>
              </a:ext>
            </a:extLst>
          </p:cNvPr>
          <p:cNvSpPr/>
          <p:nvPr/>
        </p:nvSpPr>
        <p:spPr>
          <a:xfrm>
            <a:off x="0" y="0"/>
            <a:ext cx="8031192" cy="6858000"/>
          </a:xfrm>
          <a:prstGeom prst="rect">
            <a:avLst/>
          </a:prstGeom>
          <a:gradFill>
            <a:gsLst>
              <a:gs pos="84000">
                <a:srgbClr val="FFFFFF">
                  <a:alpha val="80000"/>
                </a:srgbClr>
              </a:gs>
              <a:gs pos="52000">
                <a:sysClr val="window" lastClr="FFFFFF"/>
              </a:gs>
              <a:gs pos="100000">
                <a:sysClr val="window" lastClr="FFFFFF">
                  <a:alpha val="0"/>
                </a:sysClr>
              </a:gs>
            </a:gsLst>
            <a:lin ang="0" scaled="0"/>
          </a:gradFill>
          <a:ln w="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vivo Sans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0E5E94-04EE-275D-9C9A-46D3472399BD}"/>
              </a:ext>
            </a:extLst>
          </p:cNvPr>
          <p:cNvSpPr txBox="1"/>
          <p:nvPr/>
        </p:nvSpPr>
        <p:spPr>
          <a:xfrm>
            <a:off x="589040" y="1331360"/>
            <a:ext cx="187743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fontAlgn="base">
              <a:defRPr sz="4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>
              <a:defRPr/>
            </a:pPr>
            <a:r>
              <a:rPr lang="zh-CN" altLang="en-US" dirty="0">
                <a:solidFill>
                  <a:srgbClr val="0A50AB"/>
                </a:solidFill>
                <a:latin typeface="vivo Sans Bold"/>
                <a:ea typeface="vivo Sans Bold"/>
              </a:rPr>
              <a:t>李明辉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1ED55F7-2ECC-3DF6-95EF-089289A36492}"/>
              </a:ext>
            </a:extLst>
          </p:cNvPr>
          <p:cNvGrpSpPr/>
          <p:nvPr/>
        </p:nvGrpSpPr>
        <p:grpSpPr>
          <a:xfrm>
            <a:off x="2613542" y="1623473"/>
            <a:ext cx="1173652" cy="349447"/>
            <a:chOff x="2683207" y="1438192"/>
            <a:chExt cx="1173652" cy="349447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2A7FCCC8-8F6B-3DA3-9F7C-60096C2CB14A}"/>
                </a:ext>
              </a:extLst>
            </p:cNvPr>
            <p:cNvSpPr/>
            <p:nvPr/>
          </p:nvSpPr>
          <p:spPr>
            <a:xfrm>
              <a:off x="2683207" y="1438192"/>
              <a:ext cx="1173652" cy="349447"/>
            </a:xfrm>
            <a:prstGeom prst="roundRect">
              <a:avLst>
                <a:gd name="adj" fmla="val 50000"/>
              </a:avLst>
            </a:prstGeom>
            <a:noFill/>
            <a:ln w="12700" cap="flat" cmpd="sng" algn="ctr">
              <a:solidFill>
                <a:srgbClr val="0A50AB">
                  <a:alpha val="46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vivo Sans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E8505F9-D752-243A-FF7B-49C896DE4BE2}"/>
                </a:ext>
              </a:extLst>
            </p:cNvPr>
            <p:cNvSpPr txBox="1"/>
            <p:nvPr/>
          </p:nvSpPr>
          <p:spPr>
            <a:xfrm>
              <a:off x="2818628" y="1459027"/>
              <a:ext cx="90281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A50AB"/>
                  </a:solidFill>
                  <a:effectLst/>
                  <a:uLnTx/>
                  <a:uFillTx/>
                  <a:latin typeface="vivo Sans" panose="02000500000000000000" pitchFamily="2" charset="-122"/>
                  <a:ea typeface="vivo Sans"/>
                </a:rPr>
                <a:t>技术总监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A50AB"/>
                </a:solidFill>
                <a:effectLst>
                  <a:outerShdw blurRad="190500" dist="63500" dir="5400000" algn="t" rotWithShape="0">
                    <a:srgbClr val="0A50AB">
                      <a:alpha val="85000"/>
                    </a:srgbClr>
                  </a:outerShdw>
                </a:effectLst>
                <a:uLnTx/>
                <a:uFillTx/>
                <a:latin typeface="vivo Sans Bold"/>
                <a:ea typeface="vivo Sans Bold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20563ECF-4A1F-2B61-AEB9-C00315A3F688}"/>
              </a:ext>
            </a:extLst>
          </p:cNvPr>
          <p:cNvSpPr txBox="1"/>
          <p:nvPr/>
        </p:nvSpPr>
        <p:spPr>
          <a:xfrm>
            <a:off x="589040" y="2149230"/>
            <a:ext cx="66916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060607"/>
                </a:solidFill>
                <a:latin typeface="vivo Sans" panose="02000500000000000000" pitchFamily="2" charset="-122"/>
                <a:ea typeface="vivo Sans"/>
              </a:rPr>
              <a:t>人工智能领域的资深研究员      创新科技公司的首席技术官（</a:t>
            </a:r>
            <a:r>
              <a:rPr lang="en-US" altLang="zh-CN" sz="1600" dirty="0">
                <a:solidFill>
                  <a:srgbClr val="060607"/>
                </a:solidFill>
                <a:latin typeface="vivo Sans" panose="02000500000000000000" pitchFamily="2" charset="-122"/>
                <a:ea typeface="vivo Sans"/>
              </a:rPr>
              <a:t>CTO</a:t>
            </a:r>
            <a:r>
              <a:rPr lang="zh-CN" altLang="en-US" sz="1600" dirty="0">
                <a:solidFill>
                  <a:srgbClr val="060607"/>
                </a:solidFill>
                <a:latin typeface="vivo Sans" panose="02000500000000000000" pitchFamily="2" charset="-122"/>
                <a:ea typeface="vivo Sans"/>
              </a:rPr>
              <a:t>）</a:t>
            </a:r>
            <a:endParaRPr lang="zh-CN" altLang="en-US" sz="1600" dirty="0">
              <a:solidFill>
                <a:prstClr val="black"/>
              </a:solidFill>
              <a:ea typeface="vivo Sans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C0A2F25-F1BE-892E-40C0-755512A3B219}"/>
              </a:ext>
            </a:extLst>
          </p:cNvPr>
          <p:cNvGrpSpPr/>
          <p:nvPr/>
        </p:nvGrpSpPr>
        <p:grpSpPr>
          <a:xfrm>
            <a:off x="695325" y="5568803"/>
            <a:ext cx="4856183" cy="672507"/>
            <a:chOff x="1359558" y="-901222"/>
            <a:chExt cx="4856183" cy="672507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B2D95B8-AB98-EE25-973C-CCFD45E4321B}"/>
                </a:ext>
              </a:extLst>
            </p:cNvPr>
            <p:cNvGrpSpPr/>
            <p:nvPr/>
          </p:nvGrpSpPr>
          <p:grpSpPr>
            <a:xfrm>
              <a:off x="1359558" y="-901222"/>
              <a:ext cx="2181290" cy="672507"/>
              <a:chOff x="769826" y="5088041"/>
              <a:chExt cx="2090656" cy="644564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CB0741D-1FD9-BA17-AD1C-A656783E2C97}"/>
                  </a:ext>
                </a:extLst>
              </p:cNvPr>
              <p:cNvSpPr txBox="1"/>
              <p:nvPr/>
            </p:nvSpPr>
            <p:spPr>
              <a:xfrm>
                <a:off x="955215" y="5225657"/>
                <a:ext cx="1725681" cy="35398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A38429"/>
                    </a:solidFill>
                    <a:effectLst/>
                    <a:uLnTx/>
                    <a:uFillTx/>
                    <a:latin typeface="vivo Sans Bold"/>
                    <a:ea typeface="vivo Sans Bold"/>
                  </a:rPr>
                  <a:t>国家科技进步奖</a:t>
                </a:r>
              </a:p>
            </p:txBody>
          </p:sp>
          <p:sp>
            <p:nvSpPr>
              <p:cNvPr id="19" name="Freeform 1266">
                <a:extLst>
                  <a:ext uri="{FF2B5EF4-FFF2-40B4-BE49-F238E27FC236}">
                    <a16:creationId xmlns:a16="http://schemas.microsoft.com/office/drawing/2014/main" id="{DC609280-0684-4319-4EFB-0F16AA3BA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3436" y="5088622"/>
                <a:ext cx="307046" cy="643403"/>
              </a:xfrm>
              <a:custGeom>
                <a:avLst/>
                <a:gdLst>
                  <a:gd name="T0" fmla="*/ 683 w 900"/>
                  <a:gd name="T1" fmla="*/ 1322 h 1887"/>
                  <a:gd name="T2" fmla="*/ 621 w 900"/>
                  <a:gd name="T3" fmla="*/ 1439 h 1887"/>
                  <a:gd name="T4" fmla="*/ 824 w 900"/>
                  <a:gd name="T5" fmla="*/ 1387 h 1887"/>
                  <a:gd name="T6" fmla="*/ 479 w 900"/>
                  <a:gd name="T7" fmla="*/ 1621 h 1887"/>
                  <a:gd name="T8" fmla="*/ 762 w 900"/>
                  <a:gd name="T9" fmla="*/ 1543 h 1887"/>
                  <a:gd name="T10" fmla="*/ 431 w 900"/>
                  <a:gd name="T11" fmla="*/ 1687 h 1887"/>
                  <a:gd name="T12" fmla="*/ 436 w 900"/>
                  <a:gd name="T13" fmla="*/ 1733 h 1887"/>
                  <a:gd name="T14" fmla="*/ 559 w 900"/>
                  <a:gd name="T15" fmla="*/ 1792 h 1887"/>
                  <a:gd name="T16" fmla="*/ 194 w 900"/>
                  <a:gd name="T17" fmla="*/ 1826 h 1887"/>
                  <a:gd name="T18" fmla="*/ 51 w 900"/>
                  <a:gd name="T19" fmla="*/ 1867 h 1887"/>
                  <a:gd name="T20" fmla="*/ 309 w 900"/>
                  <a:gd name="T21" fmla="*/ 1508 h 1887"/>
                  <a:gd name="T22" fmla="*/ 270 w 900"/>
                  <a:gd name="T23" fmla="*/ 1764 h 1887"/>
                  <a:gd name="T24" fmla="*/ 434 w 900"/>
                  <a:gd name="T25" fmla="*/ 1368 h 1887"/>
                  <a:gd name="T26" fmla="*/ 466 w 900"/>
                  <a:gd name="T27" fmla="*/ 1606 h 1887"/>
                  <a:gd name="T28" fmla="*/ 495 w 900"/>
                  <a:gd name="T29" fmla="*/ 1364 h 1887"/>
                  <a:gd name="T30" fmla="*/ 599 w 900"/>
                  <a:gd name="T31" fmla="*/ 1435 h 1887"/>
                  <a:gd name="T32" fmla="*/ 581 w 900"/>
                  <a:gd name="T33" fmla="*/ 1221 h 1887"/>
                  <a:gd name="T34" fmla="*/ 686 w 900"/>
                  <a:gd name="T35" fmla="*/ 1249 h 1887"/>
                  <a:gd name="T36" fmla="*/ 599 w 900"/>
                  <a:gd name="T37" fmla="*/ 997 h 1887"/>
                  <a:gd name="T38" fmla="*/ 731 w 900"/>
                  <a:gd name="T39" fmla="*/ 946 h 1887"/>
                  <a:gd name="T40" fmla="*/ 563 w 900"/>
                  <a:gd name="T41" fmla="*/ 759 h 1887"/>
                  <a:gd name="T42" fmla="*/ 715 w 900"/>
                  <a:gd name="T43" fmla="*/ 772 h 1887"/>
                  <a:gd name="T44" fmla="*/ 526 w 900"/>
                  <a:gd name="T45" fmla="*/ 622 h 1887"/>
                  <a:gd name="T46" fmla="*/ 669 w 900"/>
                  <a:gd name="T47" fmla="*/ 618 h 1887"/>
                  <a:gd name="T48" fmla="*/ 562 w 900"/>
                  <a:gd name="T49" fmla="*/ 494 h 1887"/>
                  <a:gd name="T50" fmla="*/ 592 w 900"/>
                  <a:gd name="T51" fmla="*/ 471 h 1887"/>
                  <a:gd name="T52" fmla="*/ 556 w 900"/>
                  <a:gd name="T53" fmla="*/ 410 h 1887"/>
                  <a:gd name="T54" fmla="*/ 361 w 900"/>
                  <a:gd name="T55" fmla="*/ 332 h 1887"/>
                  <a:gd name="T56" fmla="*/ 443 w 900"/>
                  <a:gd name="T57" fmla="*/ 279 h 1887"/>
                  <a:gd name="T58" fmla="*/ 222 w 900"/>
                  <a:gd name="T59" fmla="*/ 225 h 1887"/>
                  <a:gd name="T60" fmla="*/ 197 w 900"/>
                  <a:gd name="T61" fmla="*/ 187 h 1887"/>
                  <a:gd name="T62" fmla="*/ 180 w 900"/>
                  <a:gd name="T63" fmla="*/ 104 h 1887"/>
                  <a:gd name="T64" fmla="*/ 204 w 900"/>
                  <a:gd name="T65" fmla="*/ 84 h 1887"/>
                  <a:gd name="T66" fmla="*/ 218 w 900"/>
                  <a:gd name="T67" fmla="*/ 0 h 1887"/>
                  <a:gd name="T68" fmla="*/ 338 w 900"/>
                  <a:gd name="T69" fmla="*/ 171 h 1887"/>
                  <a:gd name="T70" fmla="*/ 423 w 900"/>
                  <a:gd name="T71" fmla="*/ 138 h 1887"/>
                  <a:gd name="T72" fmla="*/ 472 w 900"/>
                  <a:gd name="T73" fmla="*/ 272 h 1887"/>
                  <a:gd name="T74" fmla="*/ 534 w 900"/>
                  <a:gd name="T75" fmla="*/ 221 h 1887"/>
                  <a:gd name="T76" fmla="*/ 573 w 900"/>
                  <a:gd name="T77" fmla="*/ 398 h 1887"/>
                  <a:gd name="T78" fmla="*/ 648 w 900"/>
                  <a:gd name="T79" fmla="*/ 352 h 1887"/>
                  <a:gd name="T80" fmla="*/ 654 w 900"/>
                  <a:gd name="T81" fmla="*/ 522 h 1887"/>
                  <a:gd name="T82" fmla="*/ 727 w 900"/>
                  <a:gd name="T83" fmla="*/ 429 h 1887"/>
                  <a:gd name="T84" fmla="*/ 790 w 900"/>
                  <a:gd name="T85" fmla="*/ 517 h 1887"/>
                  <a:gd name="T86" fmla="*/ 731 w 900"/>
                  <a:gd name="T87" fmla="*/ 770 h 1887"/>
                  <a:gd name="T88" fmla="*/ 859 w 900"/>
                  <a:gd name="T89" fmla="*/ 692 h 1887"/>
                  <a:gd name="T90" fmla="*/ 749 w 900"/>
                  <a:gd name="T91" fmla="*/ 946 h 1887"/>
                  <a:gd name="T92" fmla="*/ 849 w 900"/>
                  <a:gd name="T93" fmla="*/ 902 h 1887"/>
                  <a:gd name="T94" fmla="*/ 738 w 900"/>
                  <a:gd name="T95" fmla="*/ 1127 h 1887"/>
                  <a:gd name="T96" fmla="*/ 712 w 900"/>
                  <a:gd name="T97" fmla="*/ 1236 h 1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00" h="1887">
                    <a:moveTo>
                      <a:pt x="900" y="1106"/>
                    </a:moveTo>
                    <a:cubicBezTo>
                      <a:pt x="894" y="1125"/>
                      <a:pt x="889" y="1144"/>
                      <a:pt x="883" y="1163"/>
                    </a:cubicBezTo>
                    <a:cubicBezTo>
                      <a:pt x="869" y="1202"/>
                      <a:pt x="851" y="1239"/>
                      <a:pt x="823" y="1269"/>
                    </a:cubicBezTo>
                    <a:cubicBezTo>
                      <a:pt x="785" y="1310"/>
                      <a:pt x="739" y="1329"/>
                      <a:pt x="683" y="1322"/>
                    </a:cubicBezTo>
                    <a:cubicBezTo>
                      <a:pt x="679" y="1322"/>
                      <a:pt x="676" y="1322"/>
                      <a:pt x="674" y="1326"/>
                    </a:cubicBezTo>
                    <a:cubicBezTo>
                      <a:pt x="655" y="1364"/>
                      <a:pt x="636" y="1402"/>
                      <a:pt x="617" y="1440"/>
                    </a:cubicBezTo>
                    <a:cubicBezTo>
                      <a:pt x="616" y="1441"/>
                      <a:pt x="617" y="1441"/>
                      <a:pt x="616" y="1443"/>
                    </a:cubicBezTo>
                    <a:cubicBezTo>
                      <a:pt x="618" y="1441"/>
                      <a:pt x="620" y="1440"/>
                      <a:pt x="621" y="1439"/>
                    </a:cubicBezTo>
                    <a:cubicBezTo>
                      <a:pt x="651" y="1408"/>
                      <a:pt x="680" y="1377"/>
                      <a:pt x="717" y="1355"/>
                    </a:cubicBezTo>
                    <a:cubicBezTo>
                      <a:pt x="756" y="1330"/>
                      <a:pt x="800" y="1318"/>
                      <a:pt x="847" y="1322"/>
                    </a:cubicBezTo>
                    <a:cubicBezTo>
                      <a:pt x="850" y="1322"/>
                      <a:pt x="852" y="1323"/>
                      <a:pt x="858" y="1324"/>
                    </a:cubicBezTo>
                    <a:cubicBezTo>
                      <a:pt x="846" y="1346"/>
                      <a:pt x="836" y="1367"/>
                      <a:pt x="824" y="1387"/>
                    </a:cubicBezTo>
                    <a:cubicBezTo>
                      <a:pt x="803" y="1422"/>
                      <a:pt x="778" y="1454"/>
                      <a:pt x="746" y="1479"/>
                    </a:cubicBezTo>
                    <a:cubicBezTo>
                      <a:pt x="693" y="1520"/>
                      <a:pt x="635" y="1533"/>
                      <a:pt x="571" y="1510"/>
                    </a:cubicBezTo>
                    <a:cubicBezTo>
                      <a:pt x="555" y="1529"/>
                      <a:pt x="541" y="1548"/>
                      <a:pt x="525" y="1567"/>
                    </a:cubicBezTo>
                    <a:cubicBezTo>
                      <a:pt x="510" y="1585"/>
                      <a:pt x="494" y="1602"/>
                      <a:pt x="479" y="1621"/>
                    </a:cubicBezTo>
                    <a:cubicBezTo>
                      <a:pt x="482" y="1619"/>
                      <a:pt x="485" y="1617"/>
                      <a:pt x="489" y="1615"/>
                    </a:cubicBezTo>
                    <a:cubicBezTo>
                      <a:pt x="516" y="1598"/>
                      <a:pt x="543" y="1580"/>
                      <a:pt x="571" y="1565"/>
                    </a:cubicBezTo>
                    <a:cubicBezTo>
                      <a:pt x="610" y="1543"/>
                      <a:pt x="653" y="1530"/>
                      <a:pt x="699" y="1531"/>
                    </a:cubicBezTo>
                    <a:cubicBezTo>
                      <a:pt x="720" y="1532"/>
                      <a:pt x="741" y="1534"/>
                      <a:pt x="762" y="1543"/>
                    </a:cubicBezTo>
                    <a:cubicBezTo>
                      <a:pt x="752" y="1556"/>
                      <a:pt x="743" y="1569"/>
                      <a:pt x="733" y="1580"/>
                    </a:cubicBezTo>
                    <a:cubicBezTo>
                      <a:pt x="699" y="1619"/>
                      <a:pt x="663" y="1654"/>
                      <a:pt x="617" y="1678"/>
                    </a:cubicBezTo>
                    <a:cubicBezTo>
                      <a:pt x="563" y="1706"/>
                      <a:pt x="507" y="1717"/>
                      <a:pt x="448" y="1695"/>
                    </a:cubicBezTo>
                    <a:cubicBezTo>
                      <a:pt x="442" y="1693"/>
                      <a:pt x="437" y="1690"/>
                      <a:pt x="431" y="1687"/>
                    </a:cubicBezTo>
                    <a:cubicBezTo>
                      <a:pt x="426" y="1684"/>
                      <a:pt x="421" y="1681"/>
                      <a:pt x="418" y="1679"/>
                    </a:cubicBezTo>
                    <a:cubicBezTo>
                      <a:pt x="369" y="1714"/>
                      <a:pt x="322" y="1749"/>
                      <a:pt x="277" y="1781"/>
                    </a:cubicBezTo>
                    <a:cubicBezTo>
                      <a:pt x="286" y="1778"/>
                      <a:pt x="300" y="1772"/>
                      <a:pt x="313" y="1768"/>
                    </a:cubicBezTo>
                    <a:cubicBezTo>
                      <a:pt x="353" y="1753"/>
                      <a:pt x="394" y="1740"/>
                      <a:pt x="436" y="1733"/>
                    </a:cubicBezTo>
                    <a:cubicBezTo>
                      <a:pt x="482" y="1726"/>
                      <a:pt x="526" y="1729"/>
                      <a:pt x="569" y="1747"/>
                    </a:cubicBezTo>
                    <a:cubicBezTo>
                      <a:pt x="578" y="1750"/>
                      <a:pt x="585" y="1754"/>
                      <a:pt x="593" y="1758"/>
                    </a:cubicBezTo>
                    <a:cubicBezTo>
                      <a:pt x="595" y="1759"/>
                      <a:pt x="596" y="1760"/>
                      <a:pt x="598" y="1762"/>
                    </a:cubicBezTo>
                    <a:cubicBezTo>
                      <a:pt x="585" y="1772"/>
                      <a:pt x="572" y="1782"/>
                      <a:pt x="559" y="1792"/>
                    </a:cubicBezTo>
                    <a:cubicBezTo>
                      <a:pt x="517" y="1822"/>
                      <a:pt x="472" y="1848"/>
                      <a:pt x="423" y="1865"/>
                    </a:cubicBezTo>
                    <a:cubicBezTo>
                      <a:pt x="374" y="1881"/>
                      <a:pt x="325" y="1887"/>
                      <a:pt x="275" y="1874"/>
                    </a:cubicBezTo>
                    <a:cubicBezTo>
                      <a:pt x="245" y="1866"/>
                      <a:pt x="218" y="1852"/>
                      <a:pt x="197" y="1829"/>
                    </a:cubicBezTo>
                    <a:cubicBezTo>
                      <a:pt x="196" y="1827"/>
                      <a:pt x="194" y="1826"/>
                      <a:pt x="194" y="1826"/>
                    </a:cubicBezTo>
                    <a:cubicBezTo>
                      <a:pt x="159" y="1840"/>
                      <a:pt x="125" y="1855"/>
                      <a:pt x="91" y="1869"/>
                    </a:cubicBezTo>
                    <a:cubicBezTo>
                      <a:pt x="80" y="1874"/>
                      <a:pt x="68" y="1877"/>
                      <a:pt x="57" y="1881"/>
                    </a:cubicBezTo>
                    <a:cubicBezTo>
                      <a:pt x="51" y="1883"/>
                      <a:pt x="46" y="1885"/>
                      <a:pt x="43" y="1878"/>
                    </a:cubicBezTo>
                    <a:cubicBezTo>
                      <a:pt x="40" y="1871"/>
                      <a:pt x="46" y="1869"/>
                      <a:pt x="51" y="1867"/>
                    </a:cubicBezTo>
                    <a:cubicBezTo>
                      <a:pt x="94" y="1849"/>
                      <a:pt x="136" y="1832"/>
                      <a:pt x="178" y="1815"/>
                    </a:cubicBezTo>
                    <a:cubicBezTo>
                      <a:pt x="183" y="1813"/>
                      <a:pt x="185" y="1811"/>
                      <a:pt x="184" y="1805"/>
                    </a:cubicBezTo>
                    <a:cubicBezTo>
                      <a:pt x="170" y="1749"/>
                      <a:pt x="179" y="1696"/>
                      <a:pt x="207" y="1646"/>
                    </a:cubicBezTo>
                    <a:cubicBezTo>
                      <a:pt x="235" y="1595"/>
                      <a:pt x="270" y="1550"/>
                      <a:pt x="309" y="1508"/>
                    </a:cubicBezTo>
                    <a:cubicBezTo>
                      <a:pt x="310" y="1507"/>
                      <a:pt x="311" y="1507"/>
                      <a:pt x="312" y="1506"/>
                    </a:cubicBezTo>
                    <a:cubicBezTo>
                      <a:pt x="342" y="1541"/>
                      <a:pt x="358" y="1580"/>
                      <a:pt x="352" y="1627"/>
                    </a:cubicBezTo>
                    <a:cubicBezTo>
                      <a:pt x="347" y="1671"/>
                      <a:pt x="324" y="1706"/>
                      <a:pt x="295" y="1737"/>
                    </a:cubicBezTo>
                    <a:cubicBezTo>
                      <a:pt x="287" y="1746"/>
                      <a:pt x="278" y="1755"/>
                      <a:pt x="270" y="1764"/>
                    </a:cubicBezTo>
                    <a:cubicBezTo>
                      <a:pt x="317" y="1736"/>
                      <a:pt x="362" y="1703"/>
                      <a:pt x="402" y="1668"/>
                    </a:cubicBezTo>
                    <a:cubicBezTo>
                      <a:pt x="394" y="1646"/>
                      <a:pt x="385" y="1625"/>
                      <a:pt x="379" y="1604"/>
                    </a:cubicBezTo>
                    <a:cubicBezTo>
                      <a:pt x="369" y="1568"/>
                      <a:pt x="372" y="1531"/>
                      <a:pt x="382" y="1495"/>
                    </a:cubicBezTo>
                    <a:cubicBezTo>
                      <a:pt x="394" y="1450"/>
                      <a:pt x="412" y="1408"/>
                      <a:pt x="434" y="1368"/>
                    </a:cubicBezTo>
                    <a:cubicBezTo>
                      <a:pt x="435" y="1367"/>
                      <a:pt x="435" y="1366"/>
                      <a:pt x="436" y="1364"/>
                    </a:cubicBezTo>
                    <a:cubicBezTo>
                      <a:pt x="475" y="1391"/>
                      <a:pt x="500" y="1427"/>
                      <a:pt x="505" y="1474"/>
                    </a:cubicBezTo>
                    <a:cubicBezTo>
                      <a:pt x="510" y="1517"/>
                      <a:pt x="496" y="1555"/>
                      <a:pt x="475" y="1591"/>
                    </a:cubicBezTo>
                    <a:cubicBezTo>
                      <a:pt x="472" y="1596"/>
                      <a:pt x="469" y="1601"/>
                      <a:pt x="466" y="1606"/>
                    </a:cubicBezTo>
                    <a:cubicBezTo>
                      <a:pt x="467" y="1607"/>
                      <a:pt x="468" y="1608"/>
                      <a:pt x="469" y="1608"/>
                    </a:cubicBezTo>
                    <a:cubicBezTo>
                      <a:pt x="498" y="1573"/>
                      <a:pt x="527" y="1538"/>
                      <a:pt x="557" y="1503"/>
                    </a:cubicBezTo>
                    <a:cubicBezTo>
                      <a:pt x="549" y="1493"/>
                      <a:pt x="541" y="1485"/>
                      <a:pt x="535" y="1476"/>
                    </a:cubicBezTo>
                    <a:cubicBezTo>
                      <a:pt x="510" y="1443"/>
                      <a:pt x="496" y="1405"/>
                      <a:pt x="495" y="1364"/>
                    </a:cubicBezTo>
                    <a:cubicBezTo>
                      <a:pt x="493" y="1314"/>
                      <a:pt x="502" y="1266"/>
                      <a:pt x="516" y="1218"/>
                    </a:cubicBezTo>
                    <a:cubicBezTo>
                      <a:pt x="516" y="1218"/>
                      <a:pt x="516" y="1217"/>
                      <a:pt x="517" y="1216"/>
                    </a:cubicBezTo>
                    <a:cubicBezTo>
                      <a:pt x="558" y="1236"/>
                      <a:pt x="591" y="1263"/>
                      <a:pt x="606" y="1307"/>
                    </a:cubicBezTo>
                    <a:cubicBezTo>
                      <a:pt x="620" y="1351"/>
                      <a:pt x="613" y="1393"/>
                      <a:pt x="599" y="1435"/>
                    </a:cubicBezTo>
                    <a:cubicBezTo>
                      <a:pt x="600" y="1436"/>
                      <a:pt x="601" y="1436"/>
                      <a:pt x="602" y="1436"/>
                    </a:cubicBezTo>
                    <a:cubicBezTo>
                      <a:pt x="622" y="1397"/>
                      <a:pt x="642" y="1357"/>
                      <a:pt x="661" y="1318"/>
                    </a:cubicBezTo>
                    <a:cubicBezTo>
                      <a:pt x="646" y="1306"/>
                      <a:pt x="633" y="1295"/>
                      <a:pt x="620" y="1283"/>
                    </a:cubicBezTo>
                    <a:cubicBezTo>
                      <a:pt x="603" y="1265"/>
                      <a:pt x="591" y="1244"/>
                      <a:pt x="581" y="1221"/>
                    </a:cubicBezTo>
                    <a:cubicBezTo>
                      <a:pt x="561" y="1175"/>
                      <a:pt x="561" y="1127"/>
                      <a:pt x="561" y="1079"/>
                    </a:cubicBezTo>
                    <a:cubicBezTo>
                      <a:pt x="561" y="1073"/>
                      <a:pt x="562" y="1066"/>
                      <a:pt x="563" y="1059"/>
                    </a:cubicBezTo>
                    <a:cubicBezTo>
                      <a:pt x="606" y="1068"/>
                      <a:pt x="641" y="1090"/>
                      <a:pt x="664" y="1127"/>
                    </a:cubicBezTo>
                    <a:cubicBezTo>
                      <a:pt x="687" y="1165"/>
                      <a:pt x="688" y="1207"/>
                      <a:pt x="686" y="1249"/>
                    </a:cubicBezTo>
                    <a:cubicBezTo>
                      <a:pt x="692" y="1229"/>
                      <a:pt x="698" y="1208"/>
                      <a:pt x="703" y="1188"/>
                    </a:cubicBezTo>
                    <a:cubicBezTo>
                      <a:pt x="708" y="1169"/>
                      <a:pt x="711" y="1150"/>
                      <a:pt x="715" y="1131"/>
                    </a:cubicBezTo>
                    <a:cubicBezTo>
                      <a:pt x="716" y="1127"/>
                      <a:pt x="716" y="1124"/>
                      <a:pt x="712" y="1123"/>
                    </a:cubicBezTo>
                    <a:cubicBezTo>
                      <a:pt x="654" y="1099"/>
                      <a:pt x="618" y="1056"/>
                      <a:pt x="599" y="997"/>
                    </a:cubicBezTo>
                    <a:cubicBezTo>
                      <a:pt x="589" y="967"/>
                      <a:pt x="582" y="936"/>
                      <a:pt x="578" y="903"/>
                    </a:cubicBezTo>
                    <a:cubicBezTo>
                      <a:pt x="619" y="904"/>
                      <a:pt x="654" y="918"/>
                      <a:pt x="682" y="948"/>
                    </a:cubicBezTo>
                    <a:cubicBezTo>
                      <a:pt x="710" y="978"/>
                      <a:pt x="720" y="1015"/>
                      <a:pt x="726" y="1054"/>
                    </a:cubicBezTo>
                    <a:cubicBezTo>
                      <a:pt x="731" y="1018"/>
                      <a:pt x="732" y="982"/>
                      <a:pt x="731" y="946"/>
                    </a:cubicBezTo>
                    <a:cubicBezTo>
                      <a:pt x="716" y="940"/>
                      <a:pt x="701" y="936"/>
                      <a:pt x="687" y="930"/>
                    </a:cubicBezTo>
                    <a:cubicBezTo>
                      <a:pt x="648" y="912"/>
                      <a:pt x="621" y="882"/>
                      <a:pt x="601" y="845"/>
                    </a:cubicBezTo>
                    <a:cubicBezTo>
                      <a:pt x="588" y="820"/>
                      <a:pt x="578" y="794"/>
                      <a:pt x="566" y="769"/>
                    </a:cubicBezTo>
                    <a:cubicBezTo>
                      <a:pt x="565" y="766"/>
                      <a:pt x="564" y="763"/>
                      <a:pt x="563" y="759"/>
                    </a:cubicBezTo>
                    <a:cubicBezTo>
                      <a:pt x="602" y="754"/>
                      <a:pt x="637" y="762"/>
                      <a:pt x="667" y="784"/>
                    </a:cubicBezTo>
                    <a:cubicBezTo>
                      <a:pt x="698" y="807"/>
                      <a:pt x="715" y="839"/>
                      <a:pt x="727" y="874"/>
                    </a:cubicBezTo>
                    <a:cubicBezTo>
                      <a:pt x="727" y="874"/>
                      <a:pt x="728" y="874"/>
                      <a:pt x="729" y="873"/>
                    </a:cubicBezTo>
                    <a:cubicBezTo>
                      <a:pt x="724" y="839"/>
                      <a:pt x="719" y="805"/>
                      <a:pt x="715" y="772"/>
                    </a:cubicBezTo>
                    <a:cubicBezTo>
                      <a:pt x="702" y="770"/>
                      <a:pt x="690" y="769"/>
                      <a:pt x="679" y="766"/>
                    </a:cubicBezTo>
                    <a:cubicBezTo>
                      <a:pt x="644" y="759"/>
                      <a:pt x="616" y="741"/>
                      <a:pt x="591" y="716"/>
                    </a:cubicBezTo>
                    <a:cubicBezTo>
                      <a:pt x="566" y="690"/>
                      <a:pt x="546" y="660"/>
                      <a:pt x="529" y="628"/>
                    </a:cubicBezTo>
                    <a:cubicBezTo>
                      <a:pt x="528" y="627"/>
                      <a:pt x="528" y="625"/>
                      <a:pt x="526" y="622"/>
                    </a:cubicBezTo>
                    <a:cubicBezTo>
                      <a:pt x="561" y="613"/>
                      <a:pt x="594" y="615"/>
                      <a:pt x="626" y="631"/>
                    </a:cubicBezTo>
                    <a:cubicBezTo>
                      <a:pt x="659" y="647"/>
                      <a:pt x="679" y="674"/>
                      <a:pt x="698" y="704"/>
                    </a:cubicBezTo>
                    <a:cubicBezTo>
                      <a:pt x="694" y="691"/>
                      <a:pt x="690" y="678"/>
                      <a:pt x="686" y="666"/>
                    </a:cubicBezTo>
                    <a:cubicBezTo>
                      <a:pt x="681" y="650"/>
                      <a:pt x="675" y="634"/>
                      <a:pt x="669" y="618"/>
                    </a:cubicBezTo>
                    <a:cubicBezTo>
                      <a:pt x="668" y="616"/>
                      <a:pt x="665" y="613"/>
                      <a:pt x="663" y="613"/>
                    </a:cubicBezTo>
                    <a:cubicBezTo>
                      <a:pt x="600" y="619"/>
                      <a:pt x="552" y="593"/>
                      <a:pt x="511" y="549"/>
                    </a:cubicBezTo>
                    <a:cubicBezTo>
                      <a:pt x="497" y="534"/>
                      <a:pt x="483" y="517"/>
                      <a:pt x="469" y="501"/>
                    </a:cubicBezTo>
                    <a:cubicBezTo>
                      <a:pt x="500" y="487"/>
                      <a:pt x="531" y="485"/>
                      <a:pt x="562" y="494"/>
                    </a:cubicBezTo>
                    <a:cubicBezTo>
                      <a:pt x="594" y="504"/>
                      <a:pt x="617" y="524"/>
                      <a:pt x="639" y="547"/>
                    </a:cubicBezTo>
                    <a:cubicBezTo>
                      <a:pt x="633" y="536"/>
                      <a:pt x="628" y="525"/>
                      <a:pt x="621" y="513"/>
                    </a:cubicBezTo>
                    <a:cubicBezTo>
                      <a:pt x="615" y="501"/>
                      <a:pt x="607" y="488"/>
                      <a:pt x="600" y="475"/>
                    </a:cubicBezTo>
                    <a:cubicBezTo>
                      <a:pt x="598" y="473"/>
                      <a:pt x="594" y="471"/>
                      <a:pt x="592" y="471"/>
                    </a:cubicBezTo>
                    <a:cubicBezTo>
                      <a:pt x="545" y="482"/>
                      <a:pt x="503" y="473"/>
                      <a:pt x="464" y="446"/>
                    </a:cubicBezTo>
                    <a:cubicBezTo>
                      <a:pt x="441" y="430"/>
                      <a:pt x="421" y="412"/>
                      <a:pt x="399" y="394"/>
                    </a:cubicBezTo>
                    <a:cubicBezTo>
                      <a:pt x="398" y="394"/>
                      <a:pt x="398" y="392"/>
                      <a:pt x="397" y="391"/>
                    </a:cubicBezTo>
                    <a:cubicBezTo>
                      <a:pt x="429" y="369"/>
                      <a:pt x="490" y="356"/>
                      <a:pt x="556" y="410"/>
                    </a:cubicBezTo>
                    <a:cubicBezTo>
                      <a:pt x="548" y="400"/>
                      <a:pt x="541" y="390"/>
                      <a:pt x="534" y="380"/>
                    </a:cubicBezTo>
                    <a:cubicBezTo>
                      <a:pt x="526" y="370"/>
                      <a:pt x="518" y="361"/>
                      <a:pt x="510" y="351"/>
                    </a:cubicBezTo>
                    <a:cubicBezTo>
                      <a:pt x="490" y="359"/>
                      <a:pt x="470" y="363"/>
                      <a:pt x="448" y="362"/>
                    </a:cubicBezTo>
                    <a:cubicBezTo>
                      <a:pt x="417" y="360"/>
                      <a:pt x="389" y="347"/>
                      <a:pt x="361" y="332"/>
                    </a:cubicBezTo>
                    <a:cubicBezTo>
                      <a:pt x="345" y="323"/>
                      <a:pt x="330" y="312"/>
                      <a:pt x="312" y="301"/>
                    </a:cubicBezTo>
                    <a:cubicBezTo>
                      <a:pt x="335" y="283"/>
                      <a:pt x="359" y="275"/>
                      <a:pt x="387" y="275"/>
                    </a:cubicBezTo>
                    <a:cubicBezTo>
                      <a:pt x="414" y="275"/>
                      <a:pt x="438" y="285"/>
                      <a:pt x="462" y="297"/>
                    </a:cubicBezTo>
                    <a:cubicBezTo>
                      <a:pt x="456" y="291"/>
                      <a:pt x="449" y="285"/>
                      <a:pt x="443" y="279"/>
                    </a:cubicBezTo>
                    <a:cubicBezTo>
                      <a:pt x="436" y="272"/>
                      <a:pt x="429" y="267"/>
                      <a:pt x="423" y="260"/>
                    </a:cubicBezTo>
                    <a:cubicBezTo>
                      <a:pt x="417" y="253"/>
                      <a:pt x="412" y="252"/>
                      <a:pt x="402" y="256"/>
                    </a:cubicBezTo>
                    <a:cubicBezTo>
                      <a:pt x="376" y="269"/>
                      <a:pt x="348" y="271"/>
                      <a:pt x="320" y="265"/>
                    </a:cubicBezTo>
                    <a:cubicBezTo>
                      <a:pt x="286" y="257"/>
                      <a:pt x="254" y="243"/>
                      <a:pt x="222" y="225"/>
                    </a:cubicBezTo>
                    <a:cubicBezTo>
                      <a:pt x="264" y="185"/>
                      <a:pt x="310" y="188"/>
                      <a:pt x="360" y="206"/>
                    </a:cubicBezTo>
                    <a:cubicBezTo>
                      <a:pt x="344" y="195"/>
                      <a:pt x="328" y="183"/>
                      <a:pt x="312" y="172"/>
                    </a:cubicBezTo>
                    <a:cubicBezTo>
                      <a:pt x="311" y="171"/>
                      <a:pt x="308" y="171"/>
                      <a:pt x="306" y="172"/>
                    </a:cubicBezTo>
                    <a:cubicBezTo>
                      <a:pt x="272" y="196"/>
                      <a:pt x="235" y="196"/>
                      <a:pt x="197" y="187"/>
                    </a:cubicBezTo>
                    <a:cubicBezTo>
                      <a:pt x="174" y="181"/>
                      <a:pt x="151" y="173"/>
                      <a:pt x="127" y="166"/>
                    </a:cubicBezTo>
                    <a:cubicBezTo>
                      <a:pt x="142" y="145"/>
                      <a:pt x="161" y="134"/>
                      <a:pt x="184" y="130"/>
                    </a:cubicBezTo>
                    <a:cubicBezTo>
                      <a:pt x="207" y="126"/>
                      <a:pt x="230" y="129"/>
                      <a:pt x="252" y="134"/>
                    </a:cubicBezTo>
                    <a:cubicBezTo>
                      <a:pt x="230" y="121"/>
                      <a:pt x="208" y="108"/>
                      <a:pt x="180" y="104"/>
                    </a:cubicBezTo>
                    <a:cubicBezTo>
                      <a:pt x="113" y="94"/>
                      <a:pt x="56" y="63"/>
                      <a:pt x="3" y="21"/>
                    </a:cubicBezTo>
                    <a:cubicBezTo>
                      <a:pt x="2" y="21"/>
                      <a:pt x="2" y="20"/>
                      <a:pt x="0" y="17"/>
                    </a:cubicBezTo>
                    <a:cubicBezTo>
                      <a:pt x="16" y="17"/>
                      <a:pt x="30" y="16"/>
                      <a:pt x="44" y="17"/>
                    </a:cubicBezTo>
                    <a:cubicBezTo>
                      <a:pt x="106" y="20"/>
                      <a:pt x="161" y="39"/>
                      <a:pt x="204" y="84"/>
                    </a:cubicBezTo>
                    <a:cubicBezTo>
                      <a:pt x="222" y="102"/>
                      <a:pt x="246" y="109"/>
                      <a:pt x="265" y="123"/>
                    </a:cubicBezTo>
                    <a:cubicBezTo>
                      <a:pt x="255" y="110"/>
                      <a:pt x="244" y="98"/>
                      <a:pt x="235" y="86"/>
                    </a:cubicBezTo>
                    <a:cubicBezTo>
                      <a:pt x="215" y="60"/>
                      <a:pt x="208" y="32"/>
                      <a:pt x="216" y="0"/>
                    </a:cubicBezTo>
                    <a:cubicBezTo>
                      <a:pt x="217" y="0"/>
                      <a:pt x="217" y="0"/>
                      <a:pt x="218" y="0"/>
                    </a:cubicBezTo>
                    <a:cubicBezTo>
                      <a:pt x="221" y="2"/>
                      <a:pt x="225" y="4"/>
                      <a:pt x="229" y="7"/>
                    </a:cubicBezTo>
                    <a:cubicBezTo>
                      <a:pt x="255" y="22"/>
                      <a:pt x="280" y="40"/>
                      <a:pt x="300" y="63"/>
                    </a:cubicBezTo>
                    <a:cubicBezTo>
                      <a:pt x="319" y="85"/>
                      <a:pt x="332" y="110"/>
                      <a:pt x="325" y="138"/>
                    </a:cubicBezTo>
                    <a:cubicBezTo>
                      <a:pt x="320" y="155"/>
                      <a:pt x="325" y="163"/>
                      <a:pt x="338" y="171"/>
                    </a:cubicBezTo>
                    <a:cubicBezTo>
                      <a:pt x="352" y="180"/>
                      <a:pt x="365" y="191"/>
                      <a:pt x="379" y="201"/>
                    </a:cubicBezTo>
                    <a:cubicBezTo>
                      <a:pt x="347" y="158"/>
                      <a:pt x="319" y="115"/>
                      <a:pt x="341" y="59"/>
                    </a:cubicBezTo>
                    <a:cubicBezTo>
                      <a:pt x="343" y="59"/>
                      <a:pt x="344" y="59"/>
                      <a:pt x="345" y="60"/>
                    </a:cubicBezTo>
                    <a:cubicBezTo>
                      <a:pt x="375" y="81"/>
                      <a:pt x="403" y="106"/>
                      <a:pt x="423" y="138"/>
                    </a:cubicBezTo>
                    <a:cubicBezTo>
                      <a:pt x="436" y="160"/>
                      <a:pt x="443" y="184"/>
                      <a:pt x="437" y="209"/>
                    </a:cubicBezTo>
                    <a:cubicBezTo>
                      <a:pt x="435" y="220"/>
                      <a:pt x="430" y="230"/>
                      <a:pt x="428" y="238"/>
                    </a:cubicBezTo>
                    <a:cubicBezTo>
                      <a:pt x="447" y="258"/>
                      <a:pt x="465" y="278"/>
                      <a:pt x="483" y="297"/>
                    </a:cubicBezTo>
                    <a:cubicBezTo>
                      <a:pt x="480" y="288"/>
                      <a:pt x="476" y="280"/>
                      <a:pt x="472" y="272"/>
                    </a:cubicBezTo>
                    <a:cubicBezTo>
                      <a:pt x="457" y="243"/>
                      <a:pt x="446" y="214"/>
                      <a:pt x="451" y="180"/>
                    </a:cubicBezTo>
                    <a:cubicBezTo>
                      <a:pt x="453" y="165"/>
                      <a:pt x="458" y="150"/>
                      <a:pt x="467" y="137"/>
                    </a:cubicBezTo>
                    <a:cubicBezTo>
                      <a:pt x="470" y="139"/>
                      <a:pt x="472" y="141"/>
                      <a:pt x="475" y="143"/>
                    </a:cubicBezTo>
                    <a:cubicBezTo>
                      <a:pt x="498" y="166"/>
                      <a:pt x="519" y="191"/>
                      <a:pt x="534" y="221"/>
                    </a:cubicBezTo>
                    <a:cubicBezTo>
                      <a:pt x="546" y="246"/>
                      <a:pt x="553" y="272"/>
                      <a:pt x="545" y="300"/>
                    </a:cubicBezTo>
                    <a:cubicBezTo>
                      <a:pt x="541" y="315"/>
                      <a:pt x="533" y="329"/>
                      <a:pt x="526" y="344"/>
                    </a:cubicBezTo>
                    <a:cubicBezTo>
                      <a:pt x="542" y="365"/>
                      <a:pt x="560" y="389"/>
                      <a:pt x="578" y="412"/>
                    </a:cubicBezTo>
                    <a:cubicBezTo>
                      <a:pt x="577" y="406"/>
                      <a:pt x="575" y="402"/>
                      <a:pt x="573" y="398"/>
                    </a:cubicBezTo>
                    <a:cubicBezTo>
                      <a:pt x="569" y="385"/>
                      <a:pt x="565" y="372"/>
                      <a:pt x="561" y="359"/>
                    </a:cubicBezTo>
                    <a:cubicBezTo>
                      <a:pt x="554" y="329"/>
                      <a:pt x="554" y="299"/>
                      <a:pt x="565" y="270"/>
                    </a:cubicBezTo>
                    <a:cubicBezTo>
                      <a:pt x="570" y="258"/>
                      <a:pt x="578" y="247"/>
                      <a:pt x="588" y="238"/>
                    </a:cubicBezTo>
                    <a:cubicBezTo>
                      <a:pt x="616" y="272"/>
                      <a:pt x="638" y="309"/>
                      <a:pt x="648" y="352"/>
                    </a:cubicBezTo>
                    <a:cubicBezTo>
                      <a:pt x="654" y="380"/>
                      <a:pt x="651" y="408"/>
                      <a:pt x="636" y="433"/>
                    </a:cubicBezTo>
                    <a:cubicBezTo>
                      <a:pt x="630" y="444"/>
                      <a:pt x="621" y="454"/>
                      <a:pt x="613" y="464"/>
                    </a:cubicBezTo>
                    <a:cubicBezTo>
                      <a:pt x="627" y="491"/>
                      <a:pt x="643" y="519"/>
                      <a:pt x="659" y="549"/>
                    </a:cubicBezTo>
                    <a:cubicBezTo>
                      <a:pt x="657" y="539"/>
                      <a:pt x="655" y="531"/>
                      <a:pt x="654" y="522"/>
                    </a:cubicBezTo>
                    <a:cubicBezTo>
                      <a:pt x="650" y="493"/>
                      <a:pt x="647" y="464"/>
                      <a:pt x="655" y="435"/>
                    </a:cubicBezTo>
                    <a:cubicBezTo>
                      <a:pt x="663" y="408"/>
                      <a:pt x="676" y="385"/>
                      <a:pt x="699" y="366"/>
                    </a:cubicBezTo>
                    <a:cubicBezTo>
                      <a:pt x="701" y="370"/>
                      <a:pt x="703" y="372"/>
                      <a:pt x="704" y="375"/>
                    </a:cubicBezTo>
                    <a:cubicBezTo>
                      <a:pt x="712" y="393"/>
                      <a:pt x="721" y="411"/>
                      <a:pt x="727" y="429"/>
                    </a:cubicBezTo>
                    <a:cubicBezTo>
                      <a:pt x="737" y="456"/>
                      <a:pt x="743" y="484"/>
                      <a:pt x="741" y="514"/>
                    </a:cubicBezTo>
                    <a:cubicBezTo>
                      <a:pt x="737" y="554"/>
                      <a:pt x="718" y="585"/>
                      <a:pt x="683" y="607"/>
                    </a:cubicBezTo>
                    <a:cubicBezTo>
                      <a:pt x="694" y="639"/>
                      <a:pt x="705" y="671"/>
                      <a:pt x="716" y="705"/>
                    </a:cubicBezTo>
                    <a:cubicBezTo>
                      <a:pt x="713" y="630"/>
                      <a:pt x="721" y="562"/>
                      <a:pt x="790" y="517"/>
                    </a:cubicBezTo>
                    <a:cubicBezTo>
                      <a:pt x="791" y="519"/>
                      <a:pt x="792" y="521"/>
                      <a:pt x="793" y="522"/>
                    </a:cubicBezTo>
                    <a:cubicBezTo>
                      <a:pt x="806" y="558"/>
                      <a:pt x="813" y="595"/>
                      <a:pt x="813" y="633"/>
                    </a:cubicBezTo>
                    <a:cubicBezTo>
                      <a:pt x="814" y="673"/>
                      <a:pt x="804" y="710"/>
                      <a:pt x="774" y="739"/>
                    </a:cubicBezTo>
                    <a:cubicBezTo>
                      <a:pt x="761" y="751"/>
                      <a:pt x="746" y="759"/>
                      <a:pt x="731" y="770"/>
                    </a:cubicBezTo>
                    <a:cubicBezTo>
                      <a:pt x="736" y="803"/>
                      <a:pt x="741" y="839"/>
                      <a:pt x="745" y="872"/>
                    </a:cubicBezTo>
                    <a:cubicBezTo>
                      <a:pt x="750" y="853"/>
                      <a:pt x="754" y="831"/>
                      <a:pt x="760" y="810"/>
                    </a:cubicBezTo>
                    <a:cubicBezTo>
                      <a:pt x="772" y="763"/>
                      <a:pt x="798" y="726"/>
                      <a:pt x="840" y="701"/>
                    </a:cubicBezTo>
                    <a:cubicBezTo>
                      <a:pt x="846" y="697"/>
                      <a:pt x="852" y="695"/>
                      <a:pt x="859" y="692"/>
                    </a:cubicBezTo>
                    <a:cubicBezTo>
                      <a:pt x="860" y="694"/>
                      <a:pt x="861" y="696"/>
                      <a:pt x="861" y="698"/>
                    </a:cubicBezTo>
                    <a:cubicBezTo>
                      <a:pt x="868" y="740"/>
                      <a:pt x="869" y="782"/>
                      <a:pt x="861" y="823"/>
                    </a:cubicBezTo>
                    <a:cubicBezTo>
                      <a:pt x="852" y="866"/>
                      <a:pt x="833" y="902"/>
                      <a:pt x="796" y="925"/>
                    </a:cubicBezTo>
                    <a:cubicBezTo>
                      <a:pt x="781" y="934"/>
                      <a:pt x="765" y="939"/>
                      <a:pt x="749" y="946"/>
                    </a:cubicBezTo>
                    <a:cubicBezTo>
                      <a:pt x="747" y="982"/>
                      <a:pt x="746" y="1019"/>
                      <a:pt x="744" y="1057"/>
                    </a:cubicBezTo>
                    <a:cubicBezTo>
                      <a:pt x="745" y="1054"/>
                      <a:pt x="746" y="1052"/>
                      <a:pt x="746" y="1050"/>
                    </a:cubicBezTo>
                    <a:cubicBezTo>
                      <a:pt x="755" y="1030"/>
                      <a:pt x="762" y="1010"/>
                      <a:pt x="771" y="990"/>
                    </a:cubicBezTo>
                    <a:cubicBezTo>
                      <a:pt x="789" y="953"/>
                      <a:pt x="814" y="923"/>
                      <a:pt x="849" y="902"/>
                    </a:cubicBezTo>
                    <a:cubicBezTo>
                      <a:pt x="864" y="893"/>
                      <a:pt x="880" y="886"/>
                      <a:pt x="898" y="883"/>
                    </a:cubicBezTo>
                    <a:cubicBezTo>
                      <a:pt x="898" y="885"/>
                      <a:pt x="898" y="886"/>
                      <a:pt x="898" y="887"/>
                    </a:cubicBezTo>
                    <a:cubicBezTo>
                      <a:pt x="898" y="935"/>
                      <a:pt x="891" y="983"/>
                      <a:pt x="872" y="1027"/>
                    </a:cubicBezTo>
                    <a:cubicBezTo>
                      <a:pt x="846" y="1086"/>
                      <a:pt x="804" y="1122"/>
                      <a:pt x="738" y="1127"/>
                    </a:cubicBezTo>
                    <a:cubicBezTo>
                      <a:pt x="732" y="1127"/>
                      <a:pt x="732" y="1131"/>
                      <a:pt x="731" y="1135"/>
                    </a:cubicBezTo>
                    <a:cubicBezTo>
                      <a:pt x="723" y="1170"/>
                      <a:pt x="714" y="1204"/>
                      <a:pt x="706" y="1238"/>
                    </a:cubicBezTo>
                    <a:cubicBezTo>
                      <a:pt x="705" y="1241"/>
                      <a:pt x="704" y="1244"/>
                      <a:pt x="704" y="1247"/>
                    </a:cubicBezTo>
                    <a:cubicBezTo>
                      <a:pt x="708" y="1244"/>
                      <a:pt x="710" y="1240"/>
                      <a:pt x="712" y="1236"/>
                    </a:cubicBezTo>
                    <a:cubicBezTo>
                      <a:pt x="734" y="1201"/>
                      <a:pt x="757" y="1167"/>
                      <a:pt x="789" y="1141"/>
                    </a:cubicBezTo>
                    <a:cubicBezTo>
                      <a:pt x="822" y="1116"/>
                      <a:pt x="858" y="1100"/>
                      <a:pt x="900" y="1099"/>
                    </a:cubicBezTo>
                    <a:cubicBezTo>
                      <a:pt x="900" y="1101"/>
                      <a:pt x="900" y="1104"/>
                      <a:pt x="900" y="1106"/>
                    </a:cubicBezTo>
                    <a:close/>
                  </a:path>
                </a:pathLst>
              </a:custGeom>
              <a:gradFill>
                <a:gsLst>
                  <a:gs pos="44000">
                    <a:srgbClr val="A38429"/>
                  </a:gs>
                  <a:gs pos="100000">
                    <a:srgbClr val="A38429">
                      <a:lumMod val="60000"/>
                      <a:lumOff val="40000"/>
                    </a:srgbClr>
                  </a:gs>
                </a:gsLst>
                <a:lin ang="8100000" scaled="1"/>
              </a:gradFill>
              <a:ln>
                <a:noFill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ivo Sans"/>
                </a:endParaRPr>
              </a:p>
            </p:txBody>
          </p:sp>
          <p:sp>
            <p:nvSpPr>
              <p:cNvPr id="20" name="Freeform 1267">
                <a:extLst>
                  <a:ext uri="{FF2B5EF4-FFF2-40B4-BE49-F238E27FC236}">
                    <a16:creationId xmlns:a16="http://schemas.microsoft.com/office/drawing/2014/main" id="{8A14C436-9C5E-7A69-CB9F-4E74D14AB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826" y="5088041"/>
                <a:ext cx="312850" cy="644564"/>
              </a:xfrm>
              <a:custGeom>
                <a:avLst/>
                <a:gdLst>
                  <a:gd name="T0" fmla="*/ 165 w 918"/>
                  <a:gd name="T1" fmla="*/ 1085 h 1891"/>
                  <a:gd name="T2" fmla="*/ 26 w 918"/>
                  <a:gd name="T3" fmla="*/ 731 h 1891"/>
                  <a:gd name="T4" fmla="*/ 152 w 918"/>
                  <a:gd name="T5" fmla="*/ 898 h 1891"/>
                  <a:gd name="T6" fmla="*/ 82 w 918"/>
                  <a:gd name="T7" fmla="*/ 555 h 1891"/>
                  <a:gd name="T8" fmla="*/ 164 w 918"/>
                  <a:gd name="T9" fmla="*/ 607 h 1891"/>
                  <a:gd name="T10" fmla="*/ 218 w 918"/>
                  <a:gd name="T11" fmla="*/ 572 h 1891"/>
                  <a:gd name="T12" fmla="*/ 268 w 918"/>
                  <a:gd name="T13" fmla="*/ 258 h 1891"/>
                  <a:gd name="T14" fmla="*/ 337 w 918"/>
                  <a:gd name="T15" fmla="*/ 359 h 1891"/>
                  <a:gd name="T16" fmla="*/ 400 w 918"/>
                  <a:gd name="T17" fmla="*/ 195 h 1891"/>
                  <a:gd name="T18" fmla="*/ 414 w 918"/>
                  <a:gd name="T19" fmla="*/ 218 h 1891"/>
                  <a:gd name="T20" fmla="*/ 473 w 918"/>
                  <a:gd name="T21" fmla="*/ 209 h 1891"/>
                  <a:gd name="T22" fmla="*/ 534 w 918"/>
                  <a:gd name="T23" fmla="*/ 80 h 1891"/>
                  <a:gd name="T24" fmla="*/ 634 w 918"/>
                  <a:gd name="T25" fmla="*/ 88 h 1891"/>
                  <a:gd name="T26" fmla="*/ 643 w 918"/>
                  <a:gd name="T27" fmla="*/ 107 h 1891"/>
                  <a:gd name="T28" fmla="*/ 688 w 918"/>
                  <a:gd name="T29" fmla="*/ 173 h 1891"/>
                  <a:gd name="T30" fmla="*/ 494 w 918"/>
                  <a:gd name="T31" fmla="*/ 214 h 1891"/>
                  <a:gd name="T32" fmla="*/ 447 w 918"/>
                  <a:gd name="T33" fmla="*/ 264 h 1891"/>
                  <a:gd name="T34" fmla="*/ 545 w 918"/>
                  <a:gd name="T35" fmla="*/ 305 h 1891"/>
                  <a:gd name="T36" fmla="*/ 347 w 918"/>
                  <a:gd name="T37" fmla="*/ 373 h 1891"/>
                  <a:gd name="T38" fmla="*/ 405 w 918"/>
                  <a:gd name="T39" fmla="*/ 459 h 1891"/>
                  <a:gd name="T40" fmla="*/ 237 w 918"/>
                  <a:gd name="T41" fmla="*/ 570 h 1891"/>
                  <a:gd name="T42" fmla="*/ 327 w 918"/>
                  <a:gd name="T43" fmla="*/ 601 h 1891"/>
                  <a:gd name="T44" fmla="*/ 190 w 918"/>
                  <a:gd name="T45" fmla="*/ 730 h 1891"/>
                  <a:gd name="T46" fmla="*/ 274 w 918"/>
                  <a:gd name="T47" fmla="*/ 758 h 1891"/>
                  <a:gd name="T48" fmla="*/ 187 w 918"/>
                  <a:gd name="T49" fmla="*/ 858 h 1891"/>
                  <a:gd name="T50" fmla="*/ 318 w 918"/>
                  <a:gd name="T51" fmla="*/ 805 h 1891"/>
                  <a:gd name="T52" fmla="*/ 181 w 918"/>
                  <a:gd name="T53" fmla="*/ 1083 h 1891"/>
                  <a:gd name="T54" fmla="*/ 321 w 918"/>
                  <a:gd name="T55" fmla="*/ 922 h 1891"/>
                  <a:gd name="T56" fmla="*/ 199 w 918"/>
                  <a:gd name="T57" fmla="*/ 1160 h 1891"/>
                  <a:gd name="T58" fmla="*/ 342 w 918"/>
                  <a:gd name="T59" fmla="*/ 1078 h 1891"/>
                  <a:gd name="T60" fmla="*/ 271 w 918"/>
                  <a:gd name="T61" fmla="*/ 1334 h 1891"/>
                  <a:gd name="T62" fmla="*/ 390 w 918"/>
                  <a:gd name="T63" fmla="*/ 1237 h 1891"/>
                  <a:gd name="T64" fmla="*/ 384 w 918"/>
                  <a:gd name="T65" fmla="*/ 1513 h 1891"/>
                  <a:gd name="T66" fmla="*/ 430 w 918"/>
                  <a:gd name="T67" fmla="*/ 1513 h 1891"/>
                  <a:gd name="T68" fmla="*/ 541 w 918"/>
                  <a:gd name="T69" fmla="*/ 1674 h 1891"/>
                  <a:gd name="T70" fmla="*/ 624 w 918"/>
                  <a:gd name="T71" fmla="*/ 1508 h 1891"/>
                  <a:gd name="T72" fmla="*/ 776 w 918"/>
                  <a:gd name="T73" fmla="*/ 1808 h 1891"/>
                  <a:gd name="T74" fmla="*/ 903 w 918"/>
                  <a:gd name="T75" fmla="*/ 1868 h 1891"/>
                  <a:gd name="T76" fmla="*/ 654 w 918"/>
                  <a:gd name="T77" fmla="*/ 1881 h 1891"/>
                  <a:gd name="T78" fmla="*/ 397 w 918"/>
                  <a:gd name="T79" fmla="*/ 1758 h 1891"/>
                  <a:gd name="T80" fmla="*/ 538 w 918"/>
                  <a:gd name="T81" fmla="*/ 1691 h 1891"/>
                  <a:gd name="T82" fmla="*/ 185 w 918"/>
                  <a:gd name="T83" fmla="*/ 1581 h 1891"/>
                  <a:gd name="T84" fmla="*/ 460 w 918"/>
                  <a:gd name="T85" fmla="*/ 1631 h 1891"/>
                  <a:gd name="T86" fmla="*/ 361 w 918"/>
                  <a:gd name="T87" fmla="*/ 1529 h 1891"/>
                  <a:gd name="T88" fmla="*/ 70 w 918"/>
                  <a:gd name="T89" fmla="*/ 1358 h 1891"/>
                  <a:gd name="T90" fmla="*/ 316 w 918"/>
                  <a:gd name="T91" fmla="*/ 1463 h 1891"/>
                  <a:gd name="T92" fmla="*/ 13 w 918"/>
                  <a:gd name="T93" fmla="*/ 1142 h 1891"/>
                  <a:gd name="T94" fmla="*/ 217 w 918"/>
                  <a:gd name="T95" fmla="*/ 1275 h 1891"/>
                  <a:gd name="T96" fmla="*/ 2 w 918"/>
                  <a:gd name="T97" fmla="*/ 945 h 1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18" h="1891">
                    <a:moveTo>
                      <a:pt x="0" y="922"/>
                    </a:moveTo>
                    <a:cubicBezTo>
                      <a:pt x="27" y="924"/>
                      <a:pt x="51" y="936"/>
                      <a:pt x="73" y="951"/>
                    </a:cubicBezTo>
                    <a:cubicBezTo>
                      <a:pt x="107" y="975"/>
                      <a:pt x="129" y="1009"/>
                      <a:pt x="147" y="1046"/>
                    </a:cubicBezTo>
                    <a:cubicBezTo>
                      <a:pt x="153" y="1058"/>
                      <a:pt x="159" y="1071"/>
                      <a:pt x="165" y="1085"/>
                    </a:cubicBezTo>
                    <a:cubicBezTo>
                      <a:pt x="161" y="1047"/>
                      <a:pt x="157" y="1010"/>
                      <a:pt x="153" y="974"/>
                    </a:cubicBezTo>
                    <a:cubicBezTo>
                      <a:pt x="141" y="971"/>
                      <a:pt x="129" y="968"/>
                      <a:pt x="117" y="963"/>
                    </a:cubicBezTo>
                    <a:cubicBezTo>
                      <a:pt x="72" y="944"/>
                      <a:pt x="47" y="908"/>
                      <a:pt x="34" y="862"/>
                    </a:cubicBezTo>
                    <a:cubicBezTo>
                      <a:pt x="22" y="819"/>
                      <a:pt x="21" y="775"/>
                      <a:pt x="26" y="731"/>
                    </a:cubicBezTo>
                    <a:cubicBezTo>
                      <a:pt x="26" y="731"/>
                      <a:pt x="26" y="730"/>
                      <a:pt x="27" y="729"/>
                    </a:cubicBezTo>
                    <a:cubicBezTo>
                      <a:pt x="31" y="730"/>
                      <a:pt x="35" y="731"/>
                      <a:pt x="38" y="732"/>
                    </a:cubicBezTo>
                    <a:cubicBezTo>
                      <a:pt x="78" y="750"/>
                      <a:pt x="108" y="779"/>
                      <a:pt x="124" y="819"/>
                    </a:cubicBezTo>
                    <a:cubicBezTo>
                      <a:pt x="135" y="845"/>
                      <a:pt x="144" y="874"/>
                      <a:pt x="152" y="898"/>
                    </a:cubicBezTo>
                    <a:cubicBezTo>
                      <a:pt x="155" y="867"/>
                      <a:pt x="157" y="832"/>
                      <a:pt x="160" y="796"/>
                    </a:cubicBezTo>
                    <a:cubicBezTo>
                      <a:pt x="142" y="789"/>
                      <a:pt x="125" y="780"/>
                      <a:pt x="110" y="766"/>
                    </a:cubicBezTo>
                    <a:cubicBezTo>
                      <a:pt x="86" y="742"/>
                      <a:pt x="73" y="712"/>
                      <a:pt x="70" y="679"/>
                    </a:cubicBezTo>
                    <a:cubicBezTo>
                      <a:pt x="65" y="637"/>
                      <a:pt x="71" y="596"/>
                      <a:pt x="82" y="555"/>
                    </a:cubicBezTo>
                    <a:cubicBezTo>
                      <a:pt x="82" y="554"/>
                      <a:pt x="83" y="552"/>
                      <a:pt x="84" y="549"/>
                    </a:cubicBezTo>
                    <a:cubicBezTo>
                      <a:pt x="156" y="590"/>
                      <a:pt x="168" y="658"/>
                      <a:pt x="171" y="732"/>
                    </a:cubicBezTo>
                    <a:cubicBezTo>
                      <a:pt x="180" y="698"/>
                      <a:pt x="188" y="666"/>
                      <a:pt x="196" y="635"/>
                    </a:cubicBezTo>
                    <a:cubicBezTo>
                      <a:pt x="185" y="626"/>
                      <a:pt x="173" y="617"/>
                      <a:pt x="164" y="607"/>
                    </a:cubicBezTo>
                    <a:cubicBezTo>
                      <a:pt x="138" y="580"/>
                      <a:pt x="130" y="547"/>
                      <a:pt x="132" y="511"/>
                    </a:cubicBezTo>
                    <a:cubicBezTo>
                      <a:pt x="135" y="471"/>
                      <a:pt x="146" y="434"/>
                      <a:pt x="163" y="398"/>
                    </a:cubicBezTo>
                    <a:cubicBezTo>
                      <a:pt x="164" y="397"/>
                      <a:pt x="165" y="396"/>
                      <a:pt x="166" y="394"/>
                    </a:cubicBezTo>
                    <a:cubicBezTo>
                      <a:pt x="227" y="441"/>
                      <a:pt x="227" y="505"/>
                      <a:pt x="218" y="572"/>
                    </a:cubicBezTo>
                    <a:cubicBezTo>
                      <a:pt x="232" y="543"/>
                      <a:pt x="245" y="514"/>
                      <a:pt x="258" y="485"/>
                    </a:cubicBezTo>
                    <a:cubicBezTo>
                      <a:pt x="258" y="485"/>
                      <a:pt x="258" y="484"/>
                      <a:pt x="258" y="484"/>
                    </a:cubicBezTo>
                    <a:cubicBezTo>
                      <a:pt x="219" y="453"/>
                      <a:pt x="208" y="413"/>
                      <a:pt x="218" y="366"/>
                    </a:cubicBezTo>
                    <a:cubicBezTo>
                      <a:pt x="226" y="326"/>
                      <a:pt x="245" y="292"/>
                      <a:pt x="268" y="258"/>
                    </a:cubicBezTo>
                    <a:cubicBezTo>
                      <a:pt x="273" y="264"/>
                      <a:pt x="278" y="268"/>
                      <a:pt x="281" y="273"/>
                    </a:cubicBezTo>
                    <a:cubicBezTo>
                      <a:pt x="305" y="307"/>
                      <a:pt x="308" y="345"/>
                      <a:pt x="300" y="384"/>
                    </a:cubicBezTo>
                    <a:cubicBezTo>
                      <a:pt x="297" y="400"/>
                      <a:pt x="292" y="415"/>
                      <a:pt x="288" y="432"/>
                    </a:cubicBezTo>
                    <a:cubicBezTo>
                      <a:pt x="305" y="407"/>
                      <a:pt x="321" y="383"/>
                      <a:pt x="337" y="359"/>
                    </a:cubicBezTo>
                    <a:cubicBezTo>
                      <a:pt x="324" y="345"/>
                      <a:pt x="314" y="329"/>
                      <a:pt x="311" y="309"/>
                    </a:cubicBezTo>
                    <a:cubicBezTo>
                      <a:pt x="307" y="287"/>
                      <a:pt x="309" y="266"/>
                      <a:pt x="317" y="246"/>
                    </a:cubicBezTo>
                    <a:cubicBezTo>
                      <a:pt x="331" y="210"/>
                      <a:pt x="354" y="179"/>
                      <a:pt x="381" y="151"/>
                    </a:cubicBezTo>
                    <a:cubicBezTo>
                      <a:pt x="391" y="164"/>
                      <a:pt x="397" y="179"/>
                      <a:pt x="400" y="195"/>
                    </a:cubicBezTo>
                    <a:cubicBezTo>
                      <a:pt x="407" y="228"/>
                      <a:pt x="397" y="258"/>
                      <a:pt x="384" y="288"/>
                    </a:cubicBezTo>
                    <a:cubicBezTo>
                      <a:pt x="381" y="296"/>
                      <a:pt x="377" y="303"/>
                      <a:pt x="374" y="312"/>
                    </a:cubicBezTo>
                    <a:cubicBezTo>
                      <a:pt x="392" y="292"/>
                      <a:pt x="410" y="272"/>
                      <a:pt x="428" y="253"/>
                    </a:cubicBezTo>
                    <a:cubicBezTo>
                      <a:pt x="423" y="241"/>
                      <a:pt x="417" y="230"/>
                      <a:pt x="414" y="218"/>
                    </a:cubicBezTo>
                    <a:cubicBezTo>
                      <a:pt x="407" y="187"/>
                      <a:pt x="418" y="160"/>
                      <a:pt x="435" y="134"/>
                    </a:cubicBezTo>
                    <a:cubicBezTo>
                      <a:pt x="451" y="109"/>
                      <a:pt x="472" y="88"/>
                      <a:pt x="495" y="69"/>
                    </a:cubicBezTo>
                    <a:cubicBezTo>
                      <a:pt x="496" y="68"/>
                      <a:pt x="498" y="67"/>
                      <a:pt x="501" y="65"/>
                    </a:cubicBezTo>
                    <a:cubicBezTo>
                      <a:pt x="527" y="120"/>
                      <a:pt x="502" y="165"/>
                      <a:pt x="473" y="209"/>
                    </a:cubicBezTo>
                    <a:cubicBezTo>
                      <a:pt x="475" y="208"/>
                      <a:pt x="476" y="207"/>
                      <a:pt x="477" y="206"/>
                    </a:cubicBezTo>
                    <a:cubicBezTo>
                      <a:pt x="493" y="194"/>
                      <a:pt x="508" y="181"/>
                      <a:pt x="523" y="168"/>
                    </a:cubicBezTo>
                    <a:cubicBezTo>
                      <a:pt x="527" y="165"/>
                      <a:pt x="529" y="162"/>
                      <a:pt x="526" y="156"/>
                    </a:cubicBezTo>
                    <a:cubicBezTo>
                      <a:pt x="515" y="129"/>
                      <a:pt x="520" y="104"/>
                      <a:pt x="534" y="80"/>
                    </a:cubicBezTo>
                    <a:cubicBezTo>
                      <a:pt x="549" y="54"/>
                      <a:pt x="593" y="14"/>
                      <a:pt x="622" y="0"/>
                    </a:cubicBezTo>
                    <a:cubicBezTo>
                      <a:pt x="631" y="23"/>
                      <a:pt x="630" y="46"/>
                      <a:pt x="620" y="66"/>
                    </a:cubicBezTo>
                    <a:cubicBezTo>
                      <a:pt x="610" y="86"/>
                      <a:pt x="596" y="105"/>
                      <a:pt x="583" y="126"/>
                    </a:cubicBezTo>
                    <a:cubicBezTo>
                      <a:pt x="601" y="113"/>
                      <a:pt x="620" y="103"/>
                      <a:pt x="634" y="88"/>
                    </a:cubicBezTo>
                    <a:cubicBezTo>
                      <a:pt x="676" y="41"/>
                      <a:pt x="728" y="14"/>
                      <a:pt x="789" y="7"/>
                    </a:cubicBezTo>
                    <a:cubicBezTo>
                      <a:pt x="805" y="5"/>
                      <a:pt x="821" y="5"/>
                      <a:pt x="840" y="4"/>
                    </a:cubicBezTo>
                    <a:cubicBezTo>
                      <a:pt x="837" y="7"/>
                      <a:pt x="836" y="9"/>
                      <a:pt x="835" y="10"/>
                    </a:cubicBezTo>
                    <a:cubicBezTo>
                      <a:pt x="780" y="60"/>
                      <a:pt x="717" y="94"/>
                      <a:pt x="643" y="107"/>
                    </a:cubicBezTo>
                    <a:cubicBezTo>
                      <a:pt x="641" y="107"/>
                      <a:pt x="639" y="108"/>
                      <a:pt x="637" y="109"/>
                    </a:cubicBezTo>
                    <a:cubicBezTo>
                      <a:pt x="622" y="118"/>
                      <a:pt x="608" y="127"/>
                      <a:pt x="594" y="136"/>
                    </a:cubicBezTo>
                    <a:cubicBezTo>
                      <a:pt x="640" y="122"/>
                      <a:pt x="684" y="119"/>
                      <a:pt x="722" y="159"/>
                    </a:cubicBezTo>
                    <a:cubicBezTo>
                      <a:pt x="710" y="164"/>
                      <a:pt x="699" y="169"/>
                      <a:pt x="688" y="173"/>
                    </a:cubicBezTo>
                    <a:cubicBezTo>
                      <a:pt x="658" y="185"/>
                      <a:pt x="627" y="195"/>
                      <a:pt x="593" y="193"/>
                    </a:cubicBezTo>
                    <a:cubicBezTo>
                      <a:pt x="576" y="192"/>
                      <a:pt x="561" y="187"/>
                      <a:pt x="546" y="178"/>
                    </a:cubicBezTo>
                    <a:cubicBezTo>
                      <a:pt x="542" y="175"/>
                      <a:pt x="539" y="176"/>
                      <a:pt x="534" y="179"/>
                    </a:cubicBezTo>
                    <a:cubicBezTo>
                      <a:pt x="521" y="191"/>
                      <a:pt x="507" y="202"/>
                      <a:pt x="494" y="214"/>
                    </a:cubicBezTo>
                    <a:cubicBezTo>
                      <a:pt x="541" y="193"/>
                      <a:pt x="587" y="188"/>
                      <a:pt x="632" y="225"/>
                    </a:cubicBezTo>
                    <a:cubicBezTo>
                      <a:pt x="615" y="234"/>
                      <a:pt x="601" y="243"/>
                      <a:pt x="585" y="250"/>
                    </a:cubicBezTo>
                    <a:cubicBezTo>
                      <a:pt x="563" y="261"/>
                      <a:pt x="540" y="271"/>
                      <a:pt x="515" y="274"/>
                    </a:cubicBezTo>
                    <a:cubicBezTo>
                      <a:pt x="491" y="277"/>
                      <a:pt x="469" y="274"/>
                      <a:pt x="447" y="264"/>
                    </a:cubicBezTo>
                    <a:cubicBezTo>
                      <a:pt x="445" y="263"/>
                      <a:pt x="440" y="264"/>
                      <a:pt x="439" y="265"/>
                    </a:cubicBezTo>
                    <a:cubicBezTo>
                      <a:pt x="425" y="280"/>
                      <a:pt x="411" y="295"/>
                      <a:pt x="397" y="311"/>
                    </a:cubicBezTo>
                    <a:cubicBezTo>
                      <a:pt x="420" y="297"/>
                      <a:pt x="443" y="286"/>
                      <a:pt x="470" y="284"/>
                    </a:cubicBezTo>
                    <a:cubicBezTo>
                      <a:pt x="497" y="282"/>
                      <a:pt x="522" y="289"/>
                      <a:pt x="545" y="305"/>
                    </a:cubicBezTo>
                    <a:cubicBezTo>
                      <a:pt x="541" y="309"/>
                      <a:pt x="538" y="311"/>
                      <a:pt x="534" y="314"/>
                    </a:cubicBezTo>
                    <a:cubicBezTo>
                      <a:pt x="509" y="334"/>
                      <a:pt x="482" y="352"/>
                      <a:pt x="453" y="364"/>
                    </a:cubicBezTo>
                    <a:cubicBezTo>
                      <a:pt x="422" y="377"/>
                      <a:pt x="391" y="379"/>
                      <a:pt x="359" y="369"/>
                    </a:cubicBezTo>
                    <a:cubicBezTo>
                      <a:pt x="353" y="368"/>
                      <a:pt x="350" y="368"/>
                      <a:pt x="347" y="373"/>
                    </a:cubicBezTo>
                    <a:cubicBezTo>
                      <a:pt x="337" y="389"/>
                      <a:pt x="326" y="404"/>
                      <a:pt x="316" y="420"/>
                    </a:cubicBezTo>
                    <a:cubicBezTo>
                      <a:pt x="314" y="422"/>
                      <a:pt x="313" y="424"/>
                      <a:pt x="312" y="427"/>
                    </a:cubicBezTo>
                    <a:cubicBezTo>
                      <a:pt x="359" y="386"/>
                      <a:pt x="409" y="371"/>
                      <a:pt x="468" y="400"/>
                    </a:cubicBezTo>
                    <a:cubicBezTo>
                      <a:pt x="449" y="423"/>
                      <a:pt x="428" y="442"/>
                      <a:pt x="405" y="459"/>
                    </a:cubicBezTo>
                    <a:cubicBezTo>
                      <a:pt x="388" y="471"/>
                      <a:pt x="370" y="483"/>
                      <a:pt x="350" y="488"/>
                    </a:cubicBezTo>
                    <a:cubicBezTo>
                      <a:pt x="338" y="491"/>
                      <a:pt x="325" y="494"/>
                      <a:pt x="312" y="494"/>
                    </a:cubicBezTo>
                    <a:cubicBezTo>
                      <a:pt x="300" y="495"/>
                      <a:pt x="287" y="493"/>
                      <a:pt x="273" y="492"/>
                    </a:cubicBezTo>
                    <a:cubicBezTo>
                      <a:pt x="262" y="518"/>
                      <a:pt x="249" y="544"/>
                      <a:pt x="237" y="570"/>
                    </a:cubicBezTo>
                    <a:cubicBezTo>
                      <a:pt x="238" y="571"/>
                      <a:pt x="238" y="571"/>
                      <a:pt x="239" y="571"/>
                    </a:cubicBezTo>
                    <a:cubicBezTo>
                      <a:pt x="280" y="516"/>
                      <a:pt x="331" y="491"/>
                      <a:pt x="402" y="514"/>
                    </a:cubicBezTo>
                    <a:cubicBezTo>
                      <a:pt x="397" y="520"/>
                      <a:pt x="394" y="526"/>
                      <a:pt x="390" y="532"/>
                    </a:cubicBezTo>
                    <a:cubicBezTo>
                      <a:pt x="372" y="557"/>
                      <a:pt x="351" y="581"/>
                      <a:pt x="327" y="601"/>
                    </a:cubicBezTo>
                    <a:cubicBezTo>
                      <a:pt x="296" y="627"/>
                      <a:pt x="261" y="639"/>
                      <a:pt x="221" y="638"/>
                    </a:cubicBezTo>
                    <a:cubicBezTo>
                      <a:pt x="215" y="638"/>
                      <a:pt x="212" y="640"/>
                      <a:pt x="211" y="646"/>
                    </a:cubicBezTo>
                    <a:cubicBezTo>
                      <a:pt x="204" y="672"/>
                      <a:pt x="197" y="699"/>
                      <a:pt x="190" y="725"/>
                    </a:cubicBezTo>
                    <a:cubicBezTo>
                      <a:pt x="190" y="727"/>
                      <a:pt x="190" y="728"/>
                      <a:pt x="190" y="730"/>
                    </a:cubicBezTo>
                    <a:cubicBezTo>
                      <a:pt x="209" y="690"/>
                      <a:pt x="235" y="657"/>
                      <a:pt x="279" y="643"/>
                    </a:cubicBezTo>
                    <a:cubicBezTo>
                      <a:pt x="302" y="635"/>
                      <a:pt x="332" y="633"/>
                      <a:pt x="353" y="640"/>
                    </a:cubicBezTo>
                    <a:cubicBezTo>
                      <a:pt x="348" y="649"/>
                      <a:pt x="344" y="659"/>
                      <a:pt x="340" y="668"/>
                    </a:cubicBezTo>
                    <a:cubicBezTo>
                      <a:pt x="322" y="701"/>
                      <a:pt x="302" y="733"/>
                      <a:pt x="274" y="758"/>
                    </a:cubicBezTo>
                    <a:cubicBezTo>
                      <a:pt x="249" y="781"/>
                      <a:pt x="219" y="793"/>
                      <a:pt x="185" y="797"/>
                    </a:cubicBezTo>
                    <a:cubicBezTo>
                      <a:pt x="180" y="798"/>
                      <a:pt x="177" y="798"/>
                      <a:pt x="176" y="804"/>
                    </a:cubicBezTo>
                    <a:cubicBezTo>
                      <a:pt x="174" y="837"/>
                      <a:pt x="171" y="870"/>
                      <a:pt x="169" y="904"/>
                    </a:cubicBezTo>
                    <a:cubicBezTo>
                      <a:pt x="175" y="888"/>
                      <a:pt x="180" y="872"/>
                      <a:pt x="187" y="858"/>
                    </a:cubicBezTo>
                    <a:cubicBezTo>
                      <a:pt x="213" y="804"/>
                      <a:pt x="257" y="778"/>
                      <a:pt x="316" y="777"/>
                    </a:cubicBezTo>
                    <a:cubicBezTo>
                      <a:pt x="318" y="777"/>
                      <a:pt x="319" y="777"/>
                      <a:pt x="321" y="777"/>
                    </a:cubicBezTo>
                    <a:cubicBezTo>
                      <a:pt x="322" y="777"/>
                      <a:pt x="323" y="778"/>
                      <a:pt x="325" y="778"/>
                    </a:cubicBezTo>
                    <a:cubicBezTo>
                      <a:pt x="322" y="787"/>
                      <a:pt x="320" y="796"/>
                      <a:pt x="318" y="805"/>
                    </a:cubicBezTo>
                    <a:cubicBezTo>
                      <a:pt x="308" y="837"/>
                      <a:pt x="295" y="869"/>
                      <a:pt x="276" y="897"/>
                    </a:cubicBezTo>
                    <a:cubicBezTo>
                      <a:pt x="252" y="935"/>
                      <a:pt x="218" y="958"/>
                      <a:pt x="177" y="971"/>
                    </a:cubicBezTo>
                    <a:cubicBezTo>
                      <a:pt x="172" y="972"/>
                      <a:pt x="170" y="973"/>
                      <a:pt x="171" y="979"/>
                    </a:cubicBezTo>
                    <a:cubicBezTo>
                      <a:pt x="174" y="1013"/>
                      <a:pt x="178" y="1048"/>
                      <a:pt x="181" y="1083"/>
                    </a:cubicBezTo>
                    <a:cubicBezTo>
                      <a:pt x="182" y="1083"/>
                      <a:pt x="183" y="1083"/>
                      <a:pt x="183" y="1083"/>
                    </a:cubicBezTo>
                    <a:cubicBezTo>
                      <a:pt x="185" y="1074"/>
                      <a:pt x="185" y="1064"/>
                      <a:pt x="187" y="1055"/>
                    </a:cubicBezTo>
                    <a:cubicBezTo>
                      <a:pt x="188" y="1045"/>
                      <a:pt x="190" y="1036"/>
                      <a:pt x="193" y="1027"/>
                    </a:cubicBezTo>
                    <a:cubicBezTo>
                      <a:pt x="211" y="963"/>
                      <a:pt x="262" y="927"/>
                      <a:pt x="321" y="922"/>
                    </a:cubicBezTo>
                    <a:cubicBezTo>
                      <a:pt x="320" y="934"/>
                      <a:pt x="319" y="946"/>
                      <a:pt x="317" y="958"/>
                    </a:cubicBezTo>
                    <a:cubicBezTo>
                      <a:pt x="313" y="991"/>
                      <a:pt x="306" y="1023"/>
                      <a:pt x="293" y="1054"/>
                    </a:cubicBezTo>
                    <a:cubicBezTo>
                      <a:pt x="276" y="1096"/>
                      <a:pt x="245" y="1128"/>
                      <a:pt x="204" y="1148"/>
                    </a:cubicBezTo>
                    <a:cubicBezTo>
                      <a:pt x="198" y="1151"/>
                      <a:pt x="197" y="1154"/>
                      <a:pt x="199" y="1160"/>
                    </a:cubicBezTo>
                    <a:cubicBezTo>
                      <a:pt x="210" y="1195"/>
                      <a:pt x="222" y="1230"/>
                      <a:pt x="233" y="1266"/>
                    </a:cubicBezTo>
                    <a:cubicBezTo>
                      <a:pt x="233" y="1268"/>
                      <a:pt x="235" y="1270"/>
                      <a:pt x="235" y="1271"/>
                    </a:cubicBezTo>
                    <a:cubicBezTo>
                      <a:pt x="235" y="1252"/>
                      <a:pt x="233" y="1233"/>
                      <a:pt x="233" y="1214"/>
                    </a:cubicBezTo>
                    <a:cubicBezTo>
                      <a:pt x="235" y="1150"/>
                      <a:pt x="280" y="1094"/>
                      <a:pt x="342" y="1078"/>
                    </a:cubicBezTo>
                    <a:cubicBezTo>
                      <a:pt x="343" y="1077"/>
                      <a:pt x="343" y="1078"/>
                      <a:pt x="345" y="1078"/>
                    </a:cubicBezTo>
                    <a:cubicBezTo>
                      <a:pt x="346" y="1091"/>
                      <a:pt x="348" y="1104"/>
                      <a:pt x="349" y="1117"/>
                    </a:cubicBezTo>
                    <a:cubicBezTo>
                      <a:pt x="351" y="1153"/>
                      <a:pt x="351" y="1189"/>
                      <a:pt x="342" y="1225"/>
                    </a:cubicBezTo>
                    <a:cubicBezTo>
                      <a:pt x="332" y="1270"/>
                      <a:pt x="307" y="1306"/>
                      <a:pt x="271" y="1334"/>
                    </a:cubicBezTo>
                    <a:cubicBezTo>
                      <a:pt x="269" y="1336"/>
                      <a:pt x="267" y="1337"/>
                      <a:pt x="265" y="1339"/>
                    </a:cubicBezTo>
                    <a:cubicBezTo>
                      <a:pt x="285" y="1380"/>
                      <a:pt x="307" y="1419"/>
                      <a:pt x="334" y="1457"/>
                    </a:cubicBezTo>
                    <a:cubicBezTo>
                      <a:pt x="328" y="1439"/>
                      <a:pt x="323" y="1422"/>
                      <a:pt x="319" y="1405"/>
                    </a:cubicBezTo>
                    <a:cubicBezTo>
                      <a:pt x="302" y="1336"/>
                      <a:pt x="329" y="1273"/>
                      <a:pt x="390" y="1237"/>
                    </a:cubicBezTo>
                    <a:cubicBezTo>
                      <a:pt x="393" y="1235"/>
                      <a:pt x="397" y="1233"/>
                      <a:pt x="402" y="1230"/>
                    </a:cubicBezTo>
                    <a:cubicBezTo>
                      <a:pt x="408" y="1254"/>
                      <a:pt x="416" y="1277"/>
                      <a:pt x="421" y="1300"/>
                    </a:cubicBezTo>
                    <a:cubicBezTo>
                      <a:pt x="429" y="1333"/>
                      <a:pt x="434" y="1366"/>
                      <a:pt x="431" y="1399"/>
                    </a:cubicBezTo>
                    <a:cubicBezTo>
                      <a:pt x="428" y="1442"/>
                      <a:pt x="411" y="1480"/>
                      <a:pt x="384" y="1513"/>
                    </a:cubicBezTo>
                    <a:cubicBezTo>
                      <a:pt x="383" y="1514"/>
                      <a:pt x="381" y="1516"/>
                      <a:pt x="379" y="1518"/>
                    </a:cubicBezTo>
                    <a:cubicBezTo>
                      <a:pt x="409" y="1554"/>
                      <a:pt x="441" y="1588"/>
                      <a:pt x="478" y="1619"/>
                    </a:cubicBezTo>
                    <a:cubicBezTo>
                      <a:pt x="474" y="1614"/>
                      <a:pt x="470" y="1609"/>
                      <a:pt x="467" y="1604"/>
                    </a:cubicBezTo>
                    <a:cubicBezTo>
                      <a:pt x="448" y="1576"/>
                      <a:pt x="434" y="1547"/>
                      <a:pt x="430" y="1513"/>
                    </a:cubicBezTo>
                    <a:cubicBezTo>
                      <a:pt x="422" y="1455"/>
                      <a:pt x="450" y="1403"/>
                      <a:pt x="491" y="1374"/>
                    </a:cubicBezTo>
                    <a:cubicBezTo>
                      <a:pt x="524" y="1429"/>
                      <a:pt x="554" y="1485"/>
                      <a:pt x="564" y="1550"/>
                    </a:cubicBezTo>
                    <a:cubicBezTo>
                      <a:pt x="571" y="1591"/>
                      <a:pt x="563" y="1630"/>
                      <a:pt x="545" y="1668"/>
                    </a:cubicBezTo>
                    <a:cubicBezTo>
                      <a:pt x="544" y="1670"/>
                      <a:pt x="543" y="1672"/>
                      <a:pt x="541" y="1674"/>
                    </a:cubicBezTo>
                    <a:cubicBezTo>
                      <a:pt x="585" y="1708"/>
                      <a:pt x="632" y="1737"/>
                      <a:pt x="682" y="1762"/>
                    </a:cubicBezTo>
                    <a:cubicBezTo>
                      <a:pt x="680" y="1760"/>
                      <a:pt x="677" y="1758"/>
                      <a:pt x="675" y="1756"/>
                    </a:cubicBezTo>
                    <a:cubicBezTo>
                      <a:pt x="648" y="1733"/>
                      <a:pt x="624" y="1709"/>
                      <a:pt x="607" y="1678"/>
                    </a:cubicBezTo>
                    <a:cubicBezTo>
                      <a:pt x="577" y="1624"/>
                      <a:pt x="584" y="1556"/>
                      <a:pt x="624" y="1508"/>
                    </a:cubicBezTo>
                    <a:cubicBezTo>
                      <a:pt x="631" y="1515"/>
                      <a:pt x="637" y="1521"/>
                      <a:pt x="643" y="1527"/>
                    </a:cubicBezTo>
                    <a:cubicBezTo>
                      <a:pt x="681" y="1565"/>
                      <a:pt x="715" y="1605"/>
                      <a:pt x="742" y="1650"/>
                    </a:cubicBezTo>
                    <a:cubicBezTo>
                      <a:pt x="770" y="1697"/>
                      <a:pt x="780" y="1747"/>
                      <a:pt x="770" y="1800"/>
                    </a:cubicBezTo>
                    <a:cubicBezTo>
                      <a:pt x="769" y="1806"/>
                      <a:pt x="773" y="1807"/>
                      <a:pt x="776" y="1808"/>
                    </a:cubicBezTo>
                    <a:cubicBezTo>
                      <a:pt x="817" y="1822"/>
                      <a:pt x="858" y="1837"/>
                      <a:pt x="900" y="1851"/>
                    </a:cubicBezTo>
                    <a:cubicBezTo>
                      <a:pt x="902" y="1852"/>
                      <a:pt x="905" y="1853"/>
                      <a:pt x="908" y="1853"/>
                    </a:cubicBezTo>
                    <a:cubicBezTo>
                      <a:pt x="913" y="1855"/>
                      <a:pt x="918" y="1858"/>
                      <a:pt x="915" y="1864"/>
                    </a:cubicBezTo>
                    <a:cubicBezTo>
                      <a:pt x="913" y="1870"/>
                      <a:pt x="909" y="1870"/>
                      <a:pt x="903" y="1868"/>
                    </a:cubicBezTo>
                    <a:cubicBezTo>
                      <a:pt x="890" y="1864"/>
                      <a:pt x="877" y="1861"/>
                      <a:pt x="864" y="1856"/>
                    </a:cubicBezTo>
                    <a:cubicBezTo>
                      <a:pt x="832" y="1845"/>
                      <a:pt x="801" y="1834"/>
                      <a:pt x="770" y="1822"/>
                    </a:cubicBezTo>
                    <a:cubicBezTo>
                      <a:pt x="764" y="1820"/>
                      <a:pt x="762" y="1820"/>
                      <a:pt x="758" y="1825"/>
                    </a:cubicBezTo>
                    <a:cubicBezTo>
                      <a:pt x="731" y="1857"/>
                      <a:pt x="695" y="1874"/>
                      <a:pt x="654" y="1881"/>
                    </a:cubicBezTo>
                    <a:cubicBezTo>
                      <a:pt x="590" y="1891"/>
                      <a:pt x="531" y="1875"/>
                      <a:pt x="473" y="1850"/>
                    </a:cubicBezTo>
                    <a:cubicBezTo>
                      <a:pt x="436" y="1833"/>
                      <a:pt x="401" y="1813"/>
                      <a:pt x="368" y="1789"/>
                    </a:cubicBezTo>
                    <a:cubicBezTo>
                      <a:pt x="364" y="1787"/>
                      <a:pt x="361" y="1783"/>
                      <a:pt x="356" y="1780"/>
                    </a:cubicBezTo>
                    <a:cubicBezTo>
                      <a:pt x="369" y="1770"/>
                      <a:pt x="383" y="1763"/>
                      <a:pt x="397" y="1758"/>
                    </a:cubicBezTo>
                    <a:cubicBezTo>
                      <a:pt x="449" y="1738"/>
                      <a:pt x="501" y="1736"/>
                      <a:pt x="555" y="1749"/>
                    </a:cubicBezTo>
                    <a:cubicBezTo>
                      <a:pt x="597" y="1758"/>
                      <a:pt x="639" y="1770"/>
                      <a:pt x="682" y="1782"/>
                    </a:cubicBezTo>
                    <a:cubicBezTo>
                      <a:pt x="678" y="1780"/>
                      <a:pt x="675" y="1778"/>
                      <a:pt x="671" y="1776"/>
                    </a:cubicBezTo>
                    <a:cubicBezTo>
                      <a:pt x="624" y="1751"/>
                      <a:pt x="580" y="1723"/>
                      <a:pt x="538" y="1691"/>
                    </a:cubicBezTo>
                    <a:cubicBezTo>
                      <a:pt x="533" y="1687"/>
                      <a:pt x="529" y="1687"/>
                      <a:pt x="524" y="1691"/>
                    </a:cubicBezTo>
                    <a:cubicBezTo>
                      <a:pt x="484" y="1719"/>
                      <a:pt x="440" y="1726"/>
                      <a:pt x="392" y="1718"/>
                    </a:cubicBezTo>
                    <a:cubicBezTo>
                      <a:pt x="347" y="1710"/>
                      <a:pt x="308" y="1689"/>
                      <a:pt x="272" y="1662"/>
                    </a:cubicBezTo>
                    <a:cubicBezTo>
                      <a:pt x="240" y="1638"/>
                      <a:pt x="211" y="1611"/>
                      <a:pt x="185" y="1581"/>
                    </a:cubicBezTo>
                    <a:cubicBezTo>
                      <a:pt x="183" y="1578"/>
                      <a:pt x="181" y="1575"/>
                      <a:pt x="178" y="1571"/>
                    </a:cubicBezTo>
                    <a:cubicBezTo>
                      <a:pt x="188" y="1568"/>
                      <a:pt x="198" y="1564"/>
                      <a:pt x="207" y="1562"/>
                    </a:cubicBezTo>
                    <a:cubicBezTo>
                      <a:pt x="263" y="1549"/>
                      <a:pt x="317" y="1557"/>
                      <a:pt x="368" y="1582"/>
                    </a:cubicBezTo>
                    <a:cubicBezTo>
                      <a:pt x="399" y="1597"/>
                      <a:pt x="429" y="1614"/>
                      <a:pt x="460" y="1631"/>
                    </a:cubicBezTo>
                    <a:cubicBezTo>
                      <a:pt x="462" y="1632"/>
                      <a:pt x="464" y="1633"/>
                      <a:pt x="467" y="1633"/>
                    </a:cubicBezTo>
                    <a:cubicBezTo>
                      <a:pt x="459" y="1625"/>
                      <a:pt x="450" y="1618"/>
                      <a:pt x="442" y="1610"/>
                    </a:cubicBezTo>
                    <a:cubicBezTo>
                      <a:pt x="418" y="1584"/>
                      <a:pt x="394" y="1558"/>
                      <a:pt x="370" y="1532"/>
                    </a:cubicBezTo>
                    <a:cubicBezTo>
                      <a:pt x="367" y="1528"/>
                      <a:pt x="365" y="1527"/>
                      <a:pt x="361" y="1529"/>
                    </a:cubicBezTo>
                    <a:cubicBezTo>
                      <a:pt x="311" y="1551"/>
                      <a:pt x="262" y="1546"/>
                      <a:pt x="215" y="1522"/>
                    </a:cubicBezTo>
                    <a:cubicBezTo>
                      <a:pt x="171" y="1499"/>
                      <a:pt x="138" y="1464"/>
                      <a:pt x="110" y="1425"/>
                    </a:cubicBezTo>
                    <a:cubicBezTo>
                      <a:pt x="97" y="1406"/>
                      <a:pt x="86" y="1385"/>
                      <a:pt x="74" y="1366"/>
                    </a:cubicBezTo>
                    <a:cubicBezTo>
                      <a:pt x="72" y="1364"/>
                      <a:pt x="72" y="1361"/>
                      <a:pt x="70" y="1358"/>
                    </a:cubicBezTo>
                    <a:cubicBezTo>
                      <a:pt x="90" y="1353"/>
                      <a:pt x="108" y="1353"/>
                      <a:pt x="127" y="1355"/>
                    </a:cubicBezTo>
                    <a:cubicBezTo>
                      <a:pt x="174" y="1359"/>
                      <a:pt x="216" y="1379"/>
                      <a:pt x="252" y="1408"/>
                    </a:cubicBezTo>
                    <a:cubicBezTo>
                      <a:pt x="273" y="1425"/>
                      <a:pt x="293" y="1443"/>
                      <a:pt x="314" y="1461"/>
                    </a:cubicBezTo>
                    <a:cubicBezTo>
                      <a:pt x="315" y="1462"/>
                      <a:pt x="316" y="1463"/>
                      <a:pt x="316" y="1463"/>
                    </a:cubicBezTo>
                    <a:cubicBezTo>
                      <a:pt x="294" y="1424"/>
                      <a:pt x="271" y="1386"/>
                      <a:pt x="248" y="1346"/>
                    </a:cubicBezTo>
                    <a:cubicBezTo>
                      <a:pt x="227" y="1351"/>
                      <a:pt x="204" y="1352"/>
                      <a:pt x="182" y="1347"/>
                    </a:cubicBezTo>
                    <a:cubicBezTo>
                      <a:pt x="138" y="1337"/>
                      <a:pt x="104" y="1312"/>
                      <a:pt x="78" y="1278"/>
                    </a:cubicBezTo>
                    <a:cubicBezTo>
                      <a:pt x="47" y="1237"/>
                      <a:pt x="27" y="1191"/>
                      <a:pt x="13" y="1142"/>
                    </a:cubicBezTo>
                    <a:cubicBezTo>
                      <a:pt x="13" y="1141"/>
                      <a:pt x="13" y="1139"/>
                      <a:pt x="12" y="1135"/>
                    </a:cubicBezTo>
                    <a:cubicBezTo>
                      <a:pt x="26" y="1137"/>
                      <a:pt x="40" y="1138"/>
                      <a:pt x="53" y="1141"/>
                    </a:cubicBezTo>
                    <a:cubicBezTo>
                      <a:pt x="105" y="1152"/>
                      <a:pt x="145" y="1182"/>
                      <a:pt x="177" y="1222"/>
                    </a:cubicBezTo>
                    <a:cubicBezTo>
                      <a:pt x="191" y="1240"/>
                      <a:pt x="205" y="1258"/>
                      <a:pt x="217" y="1275"/>
                    </a:cubicBezTo>
                    <a:cubicBezTo>
                      <a:pt x="205" y="1237"/>
                      <a:pt x="192" y="1197"/>
                      <a:pt x="180" y="1156"/>
                    </a:cubicBezTo>
                    <a:cubicBezTo>
                      <a:pt x="168" y="1155"/>
                      <a:pt x="156" y="1155"/>
                      <a:pt x="144" y="1152"/>
                    </a:cubicBezTo>
                    <a:cubicBezTo>
                      <a:pt x="97" y="1142"/>
                      <a:pt x="64" y="1114"/>
                      <a:pt x="40" y="1073"/>
                    </a:cubicBezTo>
                    <a:cubicBezTo>
                      <a:pt x="18" y="1033"/>
                      <a:pt x="8" y="990"/>
                      <a:pt x="2" y="945"/>
                    </a:cubicBezTo>
                    <a:cubicBezTo>
                      <a:pt x="1" y="942"/>
                      <a:pt x="1" y="940"/>
                      <a:pt x="0" y="937"/>
                    </a:cubicBezTo>
                    <a:cubicBezTo>
                      <a:pt x="0" y="932"/>
                      <a:pt x="0" y="927"/>
                      <a:pt x="0" y="922"/>
                    </a:cubicBezTo>
                    <a:close/>
                  </a:path>
                </a:pathLst>
              </a:custGeom>
              <a:gradFill>
                <a:gsLst>
                  <a:gs pos="44000">
                    <a:srgbClr val="A38429"/>
                  </a:gs>
                  <a:gs pos="100000">
                    <a:srgbClr val="A38429">
                      <a:lumMod val="60000"/>
                      <a:lumOff val="40000"/>
                    </a:srgbClr>
                  </a:gs>
                </a:gsLst>
                <a:lin ang="81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ivo Sans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757B663-7C9C-78F8-7842-E66674E3438D}"/>
                </a:ext>
              </a:extLst>
            </p:cNvPr>
            <p:cNvGrpSpPr/>
            <p:nvPr/>
          </p:nvGrpSpPr>
          <p:grpSpPr>
            <a:xfrm>
              <a:off x="4034451" y="-901222"/>
              <a:ext cx="2181290" cy="672507"/>
              <a:chOff x="769826" y="5088041"/>
              <a:chExt cx="2090656" cy="644564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3AB84AD-3238-B7E6-9034-33427FD76C16}"/>
                  </a:ext>
                </a:extLst>
              </p:cNvPr>
              <p:cNvSpPr txBox="1"/>
              <p:nvPr/>
            </p:nvSpPr>
            <p:spPr>
              <a:xfrm>
                <a:off x="844596" y="5225657"/>
                <a:ext cx="1946922" cy="35398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A38429"/>
                    </a:solidFill>
                    <a:effectLst/>
                    <a:uLnTx/>
                    <a:uFillTx/>
                    <a:latin typeface="vivo Sans Bold"/>
                    <a:ea typeface="vivo Sans Bold"/>
                  </a:rPr>
                  <a:t>年度科技创新人物</a:t>
                </a:r>
              </a:p>
            </p:txBody>
          </p:sp>
          <p:sp>
            <p:nvSpPr>
              <p:cNvPr id="16" name="Freeform 1266">
                <a:extLst>
                  <a:ext uri="{FF2B5EF4-FFF2-40B4-BE49-F238E27FC236}">
                    <a16:creationId xmlns:a16="http://schemas.microsoft.com/office/drawing/2014/main" id="{EB01585D-855B-6074-FD98-C1749A0E1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3436" y="5088622"/>
                <a:ext cx="307046" cy="643403"/>
              </a:xfrm>
              <a:custGeom>
                <a:avLst/>
                <a:gdLst>
                  <a:gd name="T0" fmla="*/ 683 w 900"/>
                  <a:gd name="T1" fmla="*/ 1322 h 1887"/>
                  <a:gd name="T2" fmla="*/ 621 w 900"/>
                  <a:gd name="T3" fmla="*/ 1439 h 1887"/>
                  <a:gd name="T4" fmla="*/ 824 w 900"/>
                  <a:gd name="T5" fmla="*/ 1387 h 1887"/>
                  <a:gd name="T6" fmla="*/ 479 w 900"/>
                  <a:gd name="T7" fmla="*/ 1621 h 1887"/>
                  <a:gd name="T8" fmla="*/ 762 w 900"/>
                  <a:gd name="T9" fmla="*/ 1543 h 1887"/>
                  <a:gd name="T10" fmla="*/ 431 w 900"/>
                  <a:gd name="T11" fmla="*/ 1687 h 1887"/>
                  <a:gd name="T12" fmla="*/ 436 w 900"/>
                  <a:gd name="T13" fmla="*/ 1733 h 1887"/>
                  <a:gd name="T14" fmla="*/ 559 w 900"/>
                  <a:gd name="T15" fmla="*/ 1792 h 1887"/>
                  <a:gd name="T16" fmla="*/ 194 w 900"/>
                  <a:gd name="T17" fmla="*/ 1826 h 1887"/>
                  <a:gd name="T18" fmla="*/ 51 w 900"/>
                  <a:gd name="T19" fmla="*/ 1867 h 1887"/>
                  <a:gd name="T20" fmla="*/ 309 w 900"/>
                  <a:gd name="T21" fmla="*/ 1508 h 1887"/>
                  <a:gd name="T22" fmla="*/ 270 w 900"/>
                  <a:gd name="T23" fmla="*/ 1764 h 1887"/>
                  <a:gd name="T24" fmla="*/ 434 w 900"/>
                  <a:gd name="T25" fmla="*/ 1368 h 1887"/>
                  <a:gd name="T26" fmla="*/ 466 w 900"/>
                  <a:gd name="T27" fmla="*/ 1606 h 1887"/>
                  <a:gd name="T28" fmla="*/ 495 w 900"/>
                  <a:gd name="T29" fmla="*/ 1364 h 1887"/>
                  <a:gd name="T30" fmla="*/ 599 w 900"/>
                  <a:gd name="T31" fmla="*/ 1435 h 1887"/>
                  <a:gd name="T32" fmla="*/ 581 w 900"/>
                  <a:gd name="T33" fmla="*/ 1221 h 1887"/>
                  <a:gd name="T34" fmla="*/ 686 w 900"/>
                  <a:gd name="T35" fmla="*/ 1249 h 1887"/>
                  <a:gd name="T36" fmla="*/ 599 w 900"/>
                  <a:gd name="T37" fmla="*/ 997 h 1887"/>
                  <a:gd name="T38" fmla="*/ 731 w 900"/>
                  <a:gd name="T39" fmla="*/ 946 h 1887"/>
                  <a:gd name="T40" fmla="*/ 563 w 900"/>
                  <a:gd name="T41" fmla="*/ 759 h 1887"/>
                  <a:gd name="T42" fmla="*/ 715 w 900"/>
                  <a:gd name="T43" fmla="*/ 772 h 1887"/>
                  <a:gd name="T44" fmla="*/ 526 w 900"/>
                  <a:gd name="T45" fmla="*/ 622 h 1887"/>
                  <a:gd name="T46" fmla="*/ 669 w 900"/>
                  <a:gd name="T47" fmla="*/ 618 h 1887"/>
                  <a:gd name="T48" fmla="*/ 562 w 900"/>
                  <a:gd name="T49" fmla="*/ 494 h 1887"/>
                  <a:gd name="T50" fmla="*/ 592 w 900"/>
                  <a:gd name="T51" fmla="*/ 471 h 1887"/>
                  <a:gd name="T52" fmla="*/ 556 w 900"/>
                  <a:gd name="T53" fmla="*/ 410 h 1887"/>
                  <a:gd name="T54" fmla="*/ 361 w 900"/>
                  <a:gd name="T55" fmla="*/ 332 h 1887"/>
                  <a:gd name="T56" fmla="*/ 443 w 900"/>
                  <a:gd name="T57" fmla="*/ 279 h 1887"/>
                  <a:gd name="T58" fmla="*/ 222 w 900"/>
                  <a:gd name="T59" fmla="*/ 225 h 1887"/>
                  <a:gd name="T60" fmla="*/ 197 w 900"/>
                  <a:gd name="T61" fmla="*/ 187 h 1887"/>
                  <a:gd name="T62" fmla="*/ 180 w 900"/>
                  <a:gd name="T63" fmla="*/ 104 h 1887"/>
                  <a:gd name="T64" fmla="*/ 204 w 900"/>
                  <a:gd name="T65" fmla="*/ 84 h 1887"/>
                  <a:gd name="T66" fmla="*/ 218 w 900"/>
                  <a:gd name="T67" fmla="*/ 0 h 1887"/>
                  <a:gd name="T68" fmla="*/ 338 w 900"/>
                  <a:gd name="T69" fmla="*/ 171 h 1887"/>
                  <a:gd name="T70" fmla="*/ 423 w 900"/>
                  <a:gd name="T71" fmla="*/ 138 h 1887"/>
                  <a:gd name="T72" fmla="*/ 472 w 900"/>
                  <a:gd name="T73" fmla="*/ 272 h 1887"/>
                  <a:gd name="T74" fmla="*/ 534 w 900"/>
                  <a:gd name="T75" fmla="*/ 221 h 1887"/>
                  <a:gd name="T76" fmla="*/ 573 w 900"/>
                  <a:gd name="T77" fmla="*/ 398 h 1887"/>
                  <a:gd name="T78" fmla="*/ 648 w 900"/>
                  <a:gd name="T79" fmla="*/ 352 h 1887"/>
                  <a:gd name="T80" fmla="*/ 654 w 900"/>
                  <a:gd name="T81" fmla="*/ 522 h 1887"/>
                  <a:gd name="T82" fmla="*/ 727 w 900"/>
                  <a:gd name="T83" fmla="*/ 429 h 1887"/>
                  <a:gd name="T84" fmla="*/ 790 w 900"/>
                  <a:gd name="T85" fmla="*/ 517 h 1887"/>
                  <a:gd name="T86" fmla="*/ 731 w 900"/>
                  <a:gd name="T87" fmla="*/ 770 h 1887"/>
                  <a:gd name="T88" fmla="*/ 859 w 900"/>
                  <a:gd name="T89" fmla="*/ 692 h 1887"/>
                  <a:gd name="T90" fmla="*/ 749 w 900"/>
                  <a:gd name="T91" fmla="*/ 946 h 1887"/>
                  <a:gd name="T92" fmla="*/ 849 w 900"/>
                  <a:gd name="T93" fmla="*/ 902 h 1887"/>
                  <a:gd name="T94" fmla="*/ 738 w 900"/>
                  <a:gd name="T95" fmla="*/ 1127 h 1887"/>
                  <a:gd name="T96" fmla="*/ 712 w 900"/>
                  <a:gd name="T97" fmla="*/ 1236 h 1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00" h="1887">
                    <a:moveTo>
                      <a:pt x="900" y="1106"/>
                    </a:moveTo>
                    <a:cubicBezTo>
                      <a:pt x="894" y="1125"/>
                      <a:pt x="889" y="1144"/>
                      <a:pt x="883" y="1163"/>
                    </a:cubicBezTo>
                    <a:cubicBezTo>
                      <a:pt x="869" y="1202"/>
                      <a:pt x="851" y="1239"/>
                      <a:pt x="823" y="1269"/>
                    </a:cubicBezTo>
                    <a:cubicBezTo>
                      <a:pt x="785" y="1310"/>
                      <a:pt x="739" y="1329"/>
                      <a:pt x="683" y="1322"/>
                    </a:cubicBezTo>
                    <a:cubicBezTo>
                      <a:pt x="679" y="1322"/>
                      <a:pt x="676" y="1322"/>
                      <a:pt x="674" y="1326"/>
                    </a:cubicBezTo>
                    <a:cubicBezTo>
                      <a:pt x="655" y="1364"/>
                      <a:pt x="636" y="1402"/>
                      <a:pt x="617" y="1440"/>
                    </a:cubicBezTo>
                    <a:cubicBezTo>
                      <a:pt x="616" y="1441"/>
                      <a:pt x="617" y="1441"/>
                      <a:pt x="616" y="1443"/>
                    </a:cubicBezTo>
                    <a:cubicBezTo>
                      <a:pt x="618" y="1441"/>
                      <a:pt x="620" y="1440"/>
                      <a:pt x="621" y="1439"/>
                    </a:cubicBezTo>
                    <a:cubicBezTo>
                      <a:pt x="651" y="1408"/>
                      <a:pt x="680" y="1377"/>
                      <a:pt x="717" y="1355"/>
                    </a:cubicBezTo>
                    <a:cubicBezTo>
                      <a:pt x="756" y="1330"/>
                      <a:pt x="800" y="1318"/>
                      <a:pt x="847" y="1322"/>
                    </a:cubicBezTo>
                    <a:cubicBezTo>
                      <a:pt x="850" y="1322"/>
                      <a:pt x="852" y="1323"/>
                      <a:pt x="858" y="1324"/>
                    </a:cubicBezTo>
                    <a:cubicBezTo>
                      <a:pt x="846" y="1346"/>
                      <a:pt x="836" y="1367"/>
                      <a:pt x="824" y="1387"/>
                    </a:cubicBezTo>
                    <a:cubicBezTo>
                      <a:pt x="803" y="1422"/>
                      <a:pt x="778" y="1454"/>
                      <a:pt x="746" y="1479"/>
                    </a:cubicBezTo>
                    <a:cubicBezTo>
                      <a:pt x="693" y="1520"/>
                      <a:pt x="635" y="1533"/>
                      <a:pt x="571" y="1510"/>
                    </a:cubicBezTo>
                    <a:cubicBezTo>
                      <a:pt x="555" y="1529"/>
                      <a:pt x="541" y="1548"/>
                      <a:pt x="525" y="1567"/>
                    </a:cubicBezTo>
                    <a:cubicBezTo>
                      <a:pt x="510" y="1585"/>
                      <a:pt x="494" y="1602"/>
                      <a:pt x="479" y="1621"/>
                    </a:cubicBezTo>
                    <a:cubicBezTo>
                      <a:pt x="482" y="1619"/>
                      <a:pt x="485" y="1617"/>
                      <a:pt x="489" y="1615"/>
                    </a:cubicBezTo>
                    <a:cubicBezTo>
                      <a:pt x="516" y="1598"/>
                      <a:pt x="543" y="1580"/>
                      <a:pt x="571" y="1565"/>
                    </a:cubicBezTo>
                    <a:cubicBezTo>
                      <a:pt x="610" y="1543"/>
                      <a:pt x="653" y="1530"/>
                      <a:pt x="699" y="1531"/>
                    </a:cubicBezTo>
                    <a:cubicBezTo>
                      <a:pt x="720" y="1532"/>
                      <a:pt x="741" y="1534"/>
                      <a:pt x="762" y="1543"/>
                    </a:cubicBezTo>
                    <a:cubicBezTo>
                      <a:pt x="752" y="1556"/>
                      <a:pt x="743" y="1569"/>
                      <a:pt x="733" y="1580"/>
                    </a:cubicBezTo>
                    <a:cubicBezTo>
                      <a:pt x="699" y="1619"/>
                      <a:pt x="663" y="1654"/>
                      <a:pt x="617" y="1678"/>
                    </a:cubicBezTo>
                    <a:cubicBezTo>
                      <a:pt x="563" y="1706"/>
                      <a:pt x="507" y="1717"/>
                      <a:pt x="448" y="1695"/>
                    </a:cubicBezTo>
                    <a:cubicBezTo>
                      <a:pt x="442" y="1693"/>
                      <a:pt x="437" y="1690"/>
                      <a:pt x="431" y="1687"/>
                    </a:cubicBezTo>
                    <a:cubicBezTo>
                      <a:pt x="426" y="1684"/>
                      <a:pt x="421" y="1681"/>
                      <a:pt x="418" y="1679"/>
                    </a:cubicBezTo>
                    <a:cubicBezTo>
                      <a:pt x="369" y="1714"/>
                      <a:pt x="322" y="1749"/>
                      <a:pt x="277" y="1781"/>
                    </a:cubicBezTo>
                    <a:cubicBezTo>
                      <a:pt x="286" y="1778"/>
                      <a:pt x="300" y="1772"/>
                      <a:pt x="313" y="1768"/>
                    </a:cubicBezTo>
                    <a:cubicBezTo>
                      <a:pt x="353" y="1753"/>
                      <a:pt x="394" y="1740"/>
                      <a:pt x="436" y="1733"/>
                    </a:cubicBezTo>
                    <a:cubicBezTo>
                      <a:pt x="482" y="1726"/>
                      <a:pt x="526" y="1729"/>
                      <a:pt x="569" y="1747"/>
                    </a:cubicBezTo>
                    <a:cubicBezTo>
                      <a:pt x="578" y="1750"/>
                      <a:pt x="585" y="1754"/>
                      <a:pt x="593" y="1758"/>
                    </a:cubicBezTo>
                    <a:cubicBezTo>
                      <a:pt x="595" y="1759"/>
                      <a:pt x="596" y="1760"/>
                      <a:pt x="598" y="1762"/>
                    </a:cubicBezTo>
                    <a:cubicBezTo>
                      <a:pt x="585" y="1772"/>
                      <a:pt x="572" y="1782"/>
                      <a:pt x="559" y="1792"/>
                    </a:cubicBezTo>
                    <a:cubicBezTo>
                      <a:pt x="517" y="1822"/>
                      <a:pt x="472" y="1848"/>
                      <a:pt x="423" y="1865"/>
                    </a:cubicBezTo>
                    <a:cubicBezTo>
                      <a:pt x="374" y="1881"/>
                      <a:pt x="325" y="1887"/>
                      <a:pt x="275" y="1874"/>
                    </a:cubicBezTo>
                    <a:cubicBezTo>
                      <a:pt x="245" y="1866"/>
                      <a:pt x="218" y="1852"/>
                      <a:pt x="197" y="1829"/>
                    </a:cubicBezTo>
                    <a:cubicBezTo>
                      <a:pt x="196" y="1827"/>
                      <a:pt x="194" y="1826"/>
                      <a:pt x="194" y="1826"/>
                    </a:cubicBezTo>
                    <a:cubicBezTo>
                      <a:pt x="159" y="1840"/>
                      <a:pt x="125" y="1855"/>
                      <a:pt x="91" y="1869"/>
                    </a:cubicBezTo>
                    <a:cubicBezTo>
                      <a:pt x="80" y="1874"/>
                      <a:pt x="68" y="1877"/>
                      <a:pt x="57" y="1881"/>
                    </a:cubicBezTo>
                    <a:cubicBezTo>
                      <a:pt x="51" y="1883"/>
                      <a:pt x="46" y="1885"/>
                      <a:pt x="43" y="1878"/>
                    </a:cubicBezTo>
                    <a:cubicBezTo>
                      <a:pt x="40" y="1871"/>
                      <a:pt x="46" y="1869"/>
                      <a:pt x="51" y="1867"/>
                    </a:cubicBezTo>
                    <a:cubicBezTo>
                      <a:pt x="94" y="1849"/>
                      <a:pt x="136" y="1832"/>
                      <a:pt x="178" y="1815"/>
                    </a:cubicBezTo>
                    <a:cubicBezTo>
                      <a:pt x="183" y="1813"/>
                      <a:pt x="185" y="1811"/>
                      <a:pt x="184" y="1805"/>
                    </a:cubicBezTo>
                    <a:cubicBezTo>
                      <a:pt x="170" y="1749"/>
                      <a:pt x="179" y="1696"/>
                      <a:pt x="207" y="1646"/>
                    </a:cubicBezTo>
                    <a:cubicBezTo>
                      <a:pt x="235" y="1595"/>
                      <a:pt x="270" y="1550"/>
                      <a:pt x="309" y="1508"/>
                    </a:cubicBezTo>
                    <a:cubicBezTo>
                      <a:pt x="310" y="1507"/>
                      <a:pt x="311" y="1507"/>
                      <a:pt x="312" y="1506"/>
                    </a:cubicBezTo>
                    <a:cubicBezTo>
                      <a:pt x="342" y="1541"/>
                      <a:pt x="358" y="1580"/>
                      <a:pt x="352" y="1627"/>
                    </a:cubicBezTo>
                    <a:cubicBezTo>
                      <a:pt x="347" y="1671"/>
                      <a:pt x="324" y="1706"/>
                      <a:pt x="295" y="1737"/>
                    </a:cubicBezTo>
                    <a:cubicBezTo>
                      <a:pt x="287" y="1746"/>
                      <a:pt x="278" y="1755"/>
                      <a:pt x="270" y="1764"/>
                    </a:cubicBezTo>
                    <a:cubicBezTo>
                      <a:pt x="317" y="1736"/>
                      <a:pt x="362" y="1703"/>
                      <a:pt x="402" y="1668"/>
                    </a:cubicBezTo>
                    <a:cubicBezTo>
                      <a:pt x="394" y="1646"/>
                      <a:pt x="385" y="1625"/>
                      <a:pt x="379" y="1604"/>
                    </a:cubicBezTo>
                    <a:cubicBezTo>
                      <a:pt x="369" y="1568"/>
                      <a:pt x="372" y="1531"/>
                      <a:pt x="382" y="1495"/>
                    </a:cubicBezTo>
                    <a:cubicBezTo>
                      <a:pt x="394" y="1450"/>
                      <a:pt x="412" y="1408"/>
                      <a:pt x="434" y="1368"/>
                    </a:cubicBezTo>
                    <a:cubicBezTo>
                      <a:pt x="435" y="1367"/>
                      <a:pt x="435" y="1366"/>
                      <a:pt x="436" y="1364"/>
                    </a:cubicBezTo>
                    <a:cubicBezTo>
                      <a:pt x="475" y="1391"/>
                      <a:pt x="500" y="1427"/>
                      <a:pt x="505" y="1474"/>
                    </a:cubicBezTo>
                    <a:cubicBezTo>
                      <a:pt x="510" y="1517"/>
                      <a:pt x="496" y="1555"/>
                      <a:pt x="475" y="1591"/>
                    </a:cubicBezTo>
                    <a:cubicBezTo>
                      <a:pt x="472" y="1596"/>
                      <a:pt x="469" y="1601"/>
                      <a:pt x="466" y="1606"/>
                    </a:cubicBezTo>
                    <a:cubicBezTo>
                      <a:pt x="467" y="1607"/>
                      <a:pt x="468" y="1608"/>
                      <a:pt x="469" y="1608"/>
                    </a:cubicBezTo>
                    <a:cubicBezTo>
                      <a:pt x="498" y="1573"/>
                      <a:pt x="527" y="1538"/>
                      <a:pt x="557" y="1503"/>
                    </a:cubicBezTo>
                    <a:cubicBezTo>
                      <a:pt x="549" y="1493"/>
                      <a:pt x="541" y="1485"/>
                      <a:pt x="535" y="1476"/>
                    </a:cubicBezTo>
                    <a:cubicBezTo>
                      <a:pt x="510" y="1443"/>
                      <a:pt x="496" y="1405"/>
                      <a:pt x="495" y="1364"/>
                    </a:cubicBezTo>
                    <a:cubicBezTo>
                      <a:pt x="493" y="1314"/>
                      <a:pt x="502" y="1266"/>
                      <a:pt x="516" y="1218"/>
                    </a:cubicBezTo>
                    <a:cubicBezTo>
                      <a:pt x="516" y="1218"/>
                      <a:pt x="516" y="1217"/>
                      <a:pt x="517" y="1216"/>
                    </a:cubicBezTo>
                    <a:cubicBezTo>
                      <a:pt x="558" y="1236"/>
                      <a:pt x="591" y="1263"/>
                      <a:pt x="606" y="1307"/>
                    </a:cubicBezTo>
                    <a:cubicBezTo>
                      <a:pt x="620" y="1351"/>
                      <a:pt x="613" y="1393"/>
                      <a:pt x="599" y="1435"/>
                    </a:cubicBezTo>
                    <a:cubicBezTo>
                      <a:pt x="600" y="1436"/>
                      <a:pt x="601" y="1436"/>
                      <a:pt x="602" y="1436"/>
                    </a:cubicBezTo>
                    <a:cubicBezTo>
                      <a:pt x="622" y="1397"/>
                      <a:pt x="642" y="1357"/>
                      <a:pt x="661" y="1318"/>
                    </a:cubicBezTo>
                    <a:cubicBezTo>
                      <a:pt x="646" y="1306"/>
                      <a:pt x="633" y="1295"/>
                      <a:pt x="620" y="1283"/>
                    </a:cubicBezTo>
                    <a:cubicBezTo>
                      <a:pt x="603" y="1265"/>
                      <a:pt x="591" y="1244"/>
                      <a:pt x="581" y="1221"/>
                    </a:cubicBezTo>
                    <a:cubicBezTo>
                      <a:pt x="561" y="1175"/>
                      <a:pt x="561" y="1127"/>
                      <a:pt x="561" y="1079"/>
                    </a:cubicBezTo>
                    <a:cubicBezTo>
                      <a:pt x="561" y="1073"/>
                      <a:pt x="562" y="1066"/>
                      <a:pt x="563" y="1059"/>
                    </a:cubicBezTo>
                    <a:cubicBezTo>
                      <a:pt x="606" y="1068"/>
                      <a:pt x="641" y="1090"/>
                      <a:pt x="664" y="1127"/>
                    </a:cubicBezTo>
                    <a:cubicBezTo>
                      <a:pt x="687" y="1165"/>
                      <a:pt x="688" y="1207"/>
                      <a:pt x="686" y="1249"/>
                    </a:cubicBezTo>
                    <a:cubicBezTo>
                      <a:pt x="692" y="1229"/>
                      <a:pt x="698" y="1208"/>
                      <a:pt x="703" y="1188"/>
                    </a:cubicBezTo>
                    <a:cubicBezTo>
                      <a:pt x="708" y="1169"/>
                      <a:pt x="711" y="1150"/>
                      <a:pt x="715" y="1131"/>
                    </a:cubicBezTo>
                    <a:cubicBezTo>
                      <a:pt x="716" y="1127"/>
                      <a:pt x="716" y="1124"/>
                      <a:pt x="712" y="1123"/>
                    </a:cubicBezTo>
                    <a:cubicBezTo>
                      <a:pt x="654" y="1099"/>
                      <a:pt x="618" y="1056"/>
                      <a:pt x="599" y="997"/>
                    </a:cubicBezTo>
                    <a:cubicBezTo>
                      <a:pt x="589" y="967"/>
                      <a:pt x="582" y="936"/>
                      <a:pt x="578" y="903"/>
                    </a:cubicBezTo>
                    <a:cubicBezTo>
                      <a:pt x="619" y="904"/>
                      <a:pt x="654" y="918"/>
                      <a:pt x="682" y="948"/>
                    </a:cubicBezTo>
                    <a:cubicBezTo>
                      <a:pt x="710" y="978"/>
                      <a:pt x="720" y="1015"/>
                      <a:pt x="726" y="1054"/>
                    </a:cubicBezTo>
                    <a:cubicBezTo>
                      <a:pt x="731" y="1018"/>
                      <a:pt x="732" y="982"/>
                      <a:pt x="731" y="946"/>
                    </a:cubicBezTo>
                    <a:cubicBezTo>
                      <a:pt x="716" y="940"/>
                      <a:pt x="701" y="936"/>
                      <a:pt x="687" y="930"/>
                    </a:cubicBezTo>
                    <a:cubicBezTo>
                      <a:pt x="648" y="912"/>
                      <a:pt x="621" y="882"/>
                      <a:pt x="601" y="845"/>
                    </a:cubicBezTo>
                    <a:cubicBezTo>
                      <a:pt x="588" y="820"/>
                      <a:pt x="578" y="794"/>
                      <a:pt x="566" y="769"/>
                    </a:cubicBezTo>
                    <a:cubicBezTo>
                      <a:pt x="565" y="766"/>
                      <a:pt x="564" y="763"/>
                      <a:pt x="563" y="759"/>
                    </a:cubicBezTo>
                    <a:cubicBezTo>
                      <a:pt x="602" y="754"/>
                      <a:pt x="637" y="762"/>
                      <a:pt x="667" y="784"/>
                    </a:cubicBezTo>
                    <a:cubicBezTo>
                      <a:pt x="698" y="807"/>
                      <a:pt x="715" y="839"/>
                      <a:pt x="727" y="874"/>
                    </a:cubicBezTo>
                    <a:cubicBezTo>
                      <a:pt x="727" y="874"/>
                      <a:pt x="728" y="874"/>
                      <a:pt x="729" y="873"/>
                    </a:cubicBezTo>
                    <a:cubicBezTo>
                      <a:pt x="724" y="839"/>
                      <a:pt x="719" y="805"/>
                      <a:pt x="715" y="772"/>
                    </a:cubicBezTo>
                    <a:cubicBezTo>
                      <a:pt x="702" y="770"/>
                      <a:pt x="690" y="769"/>
                      <a:pt x="679" y="766"/>
                    </a:cubicBezTo>
                    <a:cubicBezTo>
                      <a:pt x="644" y="759"/>
                      <a:pt x="616" y="741"/>
                      <a:pt x="591" y="716"/>
                    </a:cubicBezTo>
                    <a:cubicBezTo>
                      <a:pt x="566" y="690"/>
                      <a:pt x="546" y="660"/>
                      <a:pt x="529" y="628"/>
                    </a:cubicBezTo>
                    <a:cubicBezTo>
                      <a:pt x="528" y="627"/>
                      <a:pt x="528" y="625"/>
                      <a:pt x="526" y="622"/>
                    </a:cubicBezTo>
                    <a:cubicBezTo>
                      <a:pt x="561" y="613"/>
                      <a:pt x="594" y="615"/>
                      <a:pt x="626" y="631"/>
                    </a:cubicBezTo>
                    <a:cubicBezTo>
                      <a:pt x="659" y="647"/>
                      <a:pt x="679" y="674"/>
                      <a:pt x="698" y="704"/>
                    </a:cubicBezTo>
                    <a:cubicBezTo>
                      <a:pt x="694" y="691"/>
                      <a:pt x="690" y="678"/>
                      <a:pt x="686" y="666"/>
                    </a:cubicBezTo>
                    <a:cubicBezTo>
                      <a:pt x="681" y="650"/>
                      <a:pt x="675" y="634"/>
                      <a:pt x="669" y="618"/>
                    </a:cubicBezTo>
                    <a:cubicBezTo>
                      <a:pt x="668" y="616"/>
                      <a:pt x="665" y="613"/>
                      <a:pt x="663" y="613"/>
                    </a:cubicBezTo>
                    <a:cubicBezTo>
                      <a:pt x="600" y="619"/>
                      <a:pt x="552" y="593"/>
                      <a:pt x="511" y="549"/>
                    </a:cubicBezTo>
                    <a:cubicBezTo>
                      <a:pt x="497" y="534"/>
                      <a:pt x="483" y="517"/>
                      <a:pt x="469" y="501"/>
                    </a:cubicBezTo>
                    <a:cubicBezTo>
                      <a:pt x="500" y="487"/>
                      <a:pt x="531" y="485"/>
                      <a:pt x="562" y="494"/>
                    </a:cubicBezTo>
                    <a:cubicBezTo>
                      <a:pt x="594" y="504"/>
                      <a:pt x="617" y="524"/>
                      <a:pt x="639" y="547"/>
                    </a:cubicBezTo>
                    <a:cubicBezTo>
                      <a:pt x="633" y="536"/>
                      <a:pt x="628" y="525"/>
                      <a:pt x="621" y="513"/>
                    </a:cubicBezTo>
                    <a:cubicBezTo>
                      <a:pt x="615" y="501"/>
                      <a:pt x="607" y="488"/>
                      <a:pt x="600" y="475"/>
                    </a:cubicBezTo>
                    <a:cubicBezTo>
                      <a:pt x="598" y="473"/>
                      <a:pt x="594" y="471"/>
                      <a:pt x="592" y="471"/>
                    </a:cubicBezTo>
                    <a:cubicBezTo>
                      <a:pt x="545" y="482"/>
                      <a:pt x="503" y="473"/>
                      <a:pt x="464" y="446"/>
                    </a:cubicBezTo>
                    <a:cubicBezTo>
                      <a:pt x="441" y="430"/>
                      <a:pt x="421" y="412"/>
                      <a:pt x="399" y="394"/>
                    </a:cubicBezTo>
                    <a:cubicBezTo>
                      <a:pt x="398" y="394"/>
                      <a:pt x="398" y="392"/>
                      <a:pt x="397" y="391"/>
                    </a:cubicBezTo>
                    <a:cubicBezTo>
                      <a:pt x="429" y="369"/>
                      <a:pt x="490" y="356"/>
                      <a:pt x="556" y="410"/>
                    </a:cubicBezTo>
                    <a:cubicBezTo>
                      <a:pt x="548" y="400"/>
                      <a:pt x="541" y="390"/>
                      <a:pt x="534" y="380"/>
                    </a:cubicBezTo>
                    <a:cubicBezTo>
                      <a:pt x="526" y="370"/>
                      <a:pt x="518" y="361"/>
                      <a:pt x="510" y="351"/>
                    </a:cubicBezTo>
                    <a:cubicBezTo>
                      <a:pt x="490" y="359"/>
                      <a:pt x="470" y="363"/>
                      <a:pt x="448" y="362"/>
                    </a:cubicBezTo>
                    <a:cubicBezTo>
                      <a:pt x="417" y="360"/>
                      <a:pt x="389" y="347"/>
                      <a:pt x="361" y="332"/>
                    </a:cubicBezTo>
                    <a:cubicBezTo>
                      <a:pt x="345" y="323"/>
                      <a:pt x="330" y="312"/>
                      <a:pt x="312" y="301"/>
                    </a:cubicBezTo>
                    <a:cubicBezTo>
                      <a:pt x="335" y="283"/>
                      <a:pt x="359" y="275"/>
                      <a:pt x="387" y="275"/>
                    </a:cubicBezTo>
                    <a:cubicBezTo>
                      <a:pt x="414" y="275"/>
                      <a:pt x="438" y="285"/>
                      <a:pt x="462" y="297"/>
                    </a:cubicBezTo>
                    <a:cubicBezTo>
                      <a:pt x="456" y="291"/>
                      <a:pt x="449" y="285"/>
                      <a:pt x="443" y="279"/>
                    </a:cubicBezTo>
                    <a:cubicBezTo>
                      <a:pt x="436" y="272"/>
                      <a:pt x="429" y="267"/>
                      <a:pt x="423" y="260"/>
                    </a:cubicBezTo>
                    <a:cubicBezTo>
                      <a:pt x="417" y="253"/>
                      <a:pt x="412" y="252"/>
                      <a:pt x="402" y="256"/>
                    </a:cubicBezTo>
                    <a:cubicBezTo>
                      <a:pt x="376" y="269"/>
                      <a:pt x="348" y="271"/>
                      <a:pt x="320" y="265"/>
                    </a:cubicBezTo>
                    <a:cubicBezTo>
                      <a:pt x="286" y="257"/>
                      <a:pt x="254" y="243"/>
                      <a:pt x="222" y="225"/>
                    </a:cubicBezTo>
                    <a:cubicBezTo>
                      <a:pt x="264" y="185"/>
                      <a:pt x="310" y="188"/>
                      <a:pt x="360" y="206"/>
                    </a:cubicBezTo>
                    <a:cubicBezTo>
                      <a:pt x="344" y="195"/>
                      <a:pt x="328" y="183"/>
                      <a:pt x="312" y="172"/>
                    </a:cubicBezTo>
                    <a:cubicBezTo>
                      <a:pt x="311" y="171"/>
                      <a:pt x="308" y="171"/>
                      <a:pt x="306" y="172"/>
                    </a:cubicBezTo>
                    <a:cubicBezTo>
                      <a:pt x="272" y="196"/>
                      <a:pt x="235" y="196"/>
                      <a:pt x="197" y="187"/>
                    </a:cubicBezTo>
                    <a:cubicBezTo>
                      <a:pt x="174" y="181"/>
                      <a:pt x="151" y="173"/>
                      <a:pt x="127" y="166"/>
                    </a:cubicBezTo>
                    <a:cubicBezTo>
                      <a:pt x="142" y="145"/>
                      <a:pt x="161" y="134"/>
                      <a:pt x="184" y="130"/>
                    </a:cubicBezTo>
                    <a:cubicBezTo>
                      <a:pt x="207" y="126"/>
                      <a:pt x="230" y="129"/>
                      <a:pt x="252" y="134"/>
                    </a:cubicBezTo>
                    <a:cubicBezTo>
                      <a:pt x="230" y="121"/>
                      <a:pt x="208" y="108"/>
                      <a:pt x="180" y="104"/>
                    </a:cubicBezTo>
                    <a:cubicBezTo>
                      <a:pt x="113" y="94"/>
                      <a:pt x="56" y="63"/>
                      <a:pt x="3" y="21"/>
                    </a:cubicBezTo>
                    <a:cubicBezTo>
                      <a:pt x="2" y="21"/>
                      <a:pt x="2" y="20"/>
                      <a:pt x="0" y="17"/>
                    </a:cubicBezTo>
                    <a:cubicBezTo>
                      <a:pt x="16" y="17"/>
                      <a:pt x="30" y="16"/>
                      <a:pt x="44" y="17"/>
                    </a:cubicBezTo>
                    <a:cubicBezTo>
                      <a:pt x="106" y="20"/>
                      <a:pt x="161" y="39"/>
                      <a:pt x="204" y="84"/>
                    </a:cubicBezTo>
                    <a:cubicBezTo>
                      <a:pt x="222" y="102"/>
                      <a:pt x="246" y="109"/>
                      <a:pt x="265" y="123"/>
                    </a:cubicBezTo>
                    <a:cubicBezTo>
                      <a:pt x="255" y="110"/>
                      <a:pt x="244" y="98"/>
                      <a:pt x="235" y="86"/>
                    </a:cubicBezTo>
                    <a:cubicBezTo>
                      <a:pt x="215" y="60"/>
                      <a:pt x="208" y="32"/>
                      <a:pt x="216" y="0"/>
                    </a:cubicBezTo>
                    <a:cubicBezTo>
                      <a:pt x="217" y="0"/>
                      <a:pt x="217" y="0"/>
                      <a:pt x="218" y="0"/>
                    </a:cubicBezTo>
                    <a:cubicBezTo>
                      <a:pt x="221" y="2"/>
                      <a:pt x="225" y="4"/>
                      <a:pt x="229" y="7"/>
                    </a:cubicBezTo>
                    <a:cubicBezTo>
                      <a:pt x="255" y="22"/>
                      <a:pt x="280" y="40"/>
                      <a:pt x="300" y="63"/>
                    </a:cubicBezTo>
                    <a:cubicBezTo>
                      <a:pt x="319" y="85"/>
                      <a:pt x="332" y="110"/>
                      <a:pt x="325" y="138"/>
                    </a:cubicBezTo>
                    <a:cubicBezTo>
                      <a:pt x="320" y="155"/>
                      <a:pt x="325" y="163"/>
                      <a:pt x="338" y="171"/>
                    </a:cubicBezTo>
                    <a:cubicBezTo>
                      <a:pt x="352" y="180"/>
                      <a:pt x="365" y="191"/>
                      <a:pt x="379" y="201"/>
                    </a:cubicBezTo>
                    <a:cubicBezTo>
                      <a:pt x="347" y="158"/>
                      <a:pt x="319" y="115"/>
                      <a:pt x="341" y="59"/>
                    </a:cubicBezTo>
                    <a:cubicBezTo>
                      <a:pt x="343" y="59"/>
                      <a:pt x="344" y="59"/>
                      <a:pt x="345" y="60"/>
                    </a:cubicBezTo>
                    <a:cubicBezTo>
                      <a:pt x="375" y="81"/>
                      <a:pt x="403" y="106"/>
                      <a:pt x="423" y="138"/>
                    </a:cubicBezTo>
                    <a:cubicBezTo>
                      <a:pt x="436" y="160"/>
                      <a:pt x="443" y="184"/>
                      <a:pt x="437" y="209"/>
                    </a:cubicBezTo>
                    <a:cubicBezTo>
                      <a:pt x="435" y="220"/>
                      <a:pt x="430" y="230"/>
                      <a:pt x="428" y="238"/>
                    </a:cubicBezTo>
                    <a:cubicBezTo>
                      <a:pt x="447" y="258"/>
                      <a:pt x="465" y="278"/>
                      <a:pt x="483" y="297"/>
                    </a:cubicBezTo>
                    <a:cubicBezTo>
                      <a:pt x="480" y="288"/>
                      <a:pt x="476" y="280"/>
                      <a:pt x="472" y="272"/>
                    </a:cubicBezTo>
                    <a:cubicBezTo>
                      <a:pt x="457" y="243"/>
                      <a:pt x="446" y="214"/>
                      <a:pt x="451" y="180"/>
                    </a:cubicBezTo>
                    <a:cubicBezTo>
                      <a:pt x="453" y="165"/>
                      <a:pt x="458" y="150"/>
                      <a:pt x="467" y="137"/>
                    </a:cubicBezTo>
                    <a:cubicBezTo>
                      <a:pt x="470" y="139"/>
                      <a:pt x="472" y="141"/>
                      <a:pt x="475" y="143"/>
                    </a:cubicBezTo>
                    <a:cubicBezTo>
                      <a:pt x="498" y="166"/>
                      <a:pt x="519" y="191"/>
                      <a:pt x="534" y="221"/>
                    </a:cubicBezTo>
                    <a:cubicBezTo>
                      <a:pt x="546" y="246"/>
                      <a:pt x="553" y="272"/>
                      <a:pt x="545" y="300"/>
                    </a:cubicBezTo>
                    <a:cubicBezTo>
                      <a:pt x="541" y="315"/>
                      <a:pt x="533" y="329"/>
                      <a:pt x="526" y="344"/>
                    </a:cubicBezTo>
                    <a:cubicBezTo>
                      <a:pt x="542" y="365"/>
                      <a:pt x="560" y="389"/>
                      <a:pt x="578" y="412"/>
                    </a:cubicBezTo>
                    <a:cubicBezTo>
                      <a:pt x="577" y="406"/>
                      <a:pt x="575" y="402"/>
                      <a:pt x="573" y="398"/>
                    </a:cubicBezTo>
                    <a:cubicBezTo>
                      <a:pt x="569" y="385"/>
                      <a:pt x="565" y="372"/>
                      <a:pt x="561" y="359"/>
                    </a:cubicBezTo>
                    <a:cubicBezTo>
                      <a:pt x="554" y="329"/>
                      <a:pt x="554" y="299"/>
                      <a:pt x="565" y="270"/>
                    </a:cubicBezTo>
                    <a:cubicBezTo>
                      <a:pt x="570" y="258"/>
                      <a:pt x="578" y="247"/>
                      <a:pt x="588" y="238"/>
                    </a:cubicBezTo>
                    <a:cubicBezTo>
                      <a:pt x="616" y="272"/>
                      <a:pt x="638" y="309"/>
                      <a:pt x="648" y="352"/>
                    </a:cubicBezTo>
                    <a:cubicBezTo>
                      <a:pt x="654" y="380"/>
                      <a:pt x="651" y="408"/>
                      <a:pt x="636" y="433"/>
                    </a:cubicBezTo>
                    <a:cubicBezTo>
                      <a:pt x="630" y="444"/>
                      <a:pt x="621" y="454"/>
                      <a:pt x="613" y="464"/>
                    </a:cubicBezTo>
                    <a:cubicBezTo>
                      <a:pt x="627" y="491"/>
                      <a:pt x="643" y="519"/>
                      <a:pt x="659" y="549"/>
                    </a:cubicBezTo>
                    <a:cubicBezTo>
                      <a:pt x="657" y="539"/>
                      <a:pt x="655" y="531"/>
                      <a:pt x="654" y="522"/>
                    </a:cubicBezTo>
                    <a:cubicBezTo>
                      <a:pt x="650" y="493"/>
                      <a:pt x="647" y="464"/>
                      <a:pt x="655" y="435"/>
                    </a:cubicBezTo>
                    <a:cubicBezTo>
                      <a:pt x="663" y="408"/>
                      <a:pt x="676" y="385"/>
                      <a:pt x="699" y="366"/>
                    </a:cubicBezTo>
                    <a:cubicBezTo>
                      <a:pt x="701" y="370"/>
                      <a:pt x="703" y="372"/>
                      <a:pt x="704" y="375"/>
                    </a:cubicBezTo>
                    <a:cubicBezTo>
                      <a:pt x="712" y="393"/>
                      <a:pt x="721" y="411"/>
                      <a:pt x="727" y="429"/>
                    </a:cubicBezTo>
                    <a:cubicBezTo>
                      <a:pt x="737" y="456"/>
                      <a:pt x="743" y="484"/>
                      <a:pt x="741" y="514"/>
                    </a:cubicBezTo>
                    <a:cubicBezTo>
                      <a:pt x="737" y="554"/>
                      <a:pt x="718" y="585"/>
                      <a:pt x="683" y="607"/>
                    </a:cubicBezTo>
                    <a:cubicBezTo>
                      <a:pt x="694" y="639"/>
                      <a:pt x="705" y="671"/>
                      <a:pt x="716" y="705"/>
                    </a:cubicBezTo>
                    <a:cubicBezTo>
                      <a:pt x="713" y="630"/>
                      <a:pt x="721" y="562"/>
                      <a:pt x="790" y="517"/>
                    </a:cubicBezTo>
                    <a:cubicBezTo>
                      <a:pt x="791" y="519"/>
                      <a:pt x="792" y="521"/>
                      <a:pt x="793" y="522"/>
                    </a:cubicBezTo>
                    <a:cubicBezTo>
                      <a:pt x="806" y="558"/>
                      <a:pt x="813" y="595"/>
                      <a:pt x="813" y="633"/>
                    </a:cubicBezTo>
                    <a:cubicBezTo>
                      <a:pt x="814" y="673"/>
                      <a:pt x="804" y="710"/>
                      <a:pt x="774" y="739"/>
                    </a:cubicBezTo>
                    <a:cubicBezTo>
                      <a:pt x="761" y="751"/>
                      <a:pt x="746" y="759"/>
                      <a:pt x="731" y="770"/>
                    </a:cubicBezTo>
                    <a:cubicBezTo>
                      <a:pt x="736" y="803"/>
                      <a:pt x="741" y="839"/>
                      <a:pt x="745" y="872"/>
                    </a:cubicBezTo>
                    <a:cubicBezTo>
                      <a:pt x="750" y="853"/>
                      <a:pt x="754" y="831"/>
                      <a:pt x="760" y="810"/>
                    </a:cubicBezTo>
                    <a:cubicBezTo>
                      <a:pt x="772" y="763"/>
                      <a:pt x="798" y="726"/>
                      <a:pt x="840" y="701"/>
                    </a:cubicBezTo>
                    <a:cubicBezTo>
                      <a:pt x="846" y="697"/>
                      <a:pt x="852" y="695"/>
                      <a:pt x="859" y="692"/>
                    </a:cubicBezTo>
                    <a:cubicBezTo>
                      <a:pt x="860" y="694"/>
                      <a:pt x="861" y="696"/>
                      <a:pt x="861" y="698"/>
                    </a:cubicBezTo>
                    <a:cubicBezTo>
                      <a:pt x="868" y="740"/>
                      <a:pt x="869" y="782"/>
                      <a:pt x="861" y="823"/>
                    </a:cubicBezTo>
                    <a:cubicBezTo>
                      <a:pt x="852" y="866"/>
                      <a:pt x="833" y="902"/>
                      <a:pt x="796" y="925"/>
                    </a:cubicBezTo>
                    <a:cubicBezTo>
                      <a:pt x="781" y="934"/>
                      <a:pt x="765" y="939"/>
                      <a:pt x="749" y="946"/>
                    </a:cubicBezTo>
                    <a:cubicBezTo>
                      <a:pt x="747" y="982"/>
                      <a:pt x="746" y="1019"/>
                      <a:pt x="744" y="1057"/>
                    </a:cubicBezTo>
                    <a:cubicBezTo>
                      <a:pt x="745" y="1054"/>
                      <a:pt x="746" y="1052"/>
                      <a:pt x="746" y="1050"/>
                    </a:cubicBezTo>
                    <a:cubicBezTo>
                      <a:pt x="755" y="1030"/>
                      <a:pt x="762" y="1010"/>
                      <a:pt x="771" y="990"/>
                    </a:cubicBezTo>
                    <a:cubicBezTo>
                      <a:pt x="789" y="953"/>
                      <a:pt x="814" y="923"/>
                      <a:pt x="849" y="902"/>
                    </a:cubicBezTo>
                    <a:cubicBezTo>
                      <a:pt x="864" y="893"/>
                      <a:pt x="880" y="886"/>
                      <a:pt x="898" y="883"/>
                    </a:cubicBezTo>
                    <a:cubicBezTo>
                      <a:pt x="898" y="885"/>
                      <a:pt x="898" y="886"/>
                      <a:pt x="898" y="887"/>
                    </a:cubicBezTo>
                    <a:cubicBezTo>
                      <a:pt x="898" y="935"/>
                      <a:pt x="891" y="983"/>
                      <a:pt x="872" y="1027"/>
                    </a:cubicBezTo>
                    <a:cubicBezTo>
                      <a:pt x="846" y="1086"/>
                      <a:pt x="804" y="1122"/>
                      <a:pt x="738" y="1127"/>
                    </a:cubicBezTo>
                    <a:cubicBezTo>
                      <a:pt x="732" y="1127"/>
                      <a:pt x="732" y="1131"/>
                      <a:pt x="731" y="1135"/>
                    </a:cubicBezTo>
                    <a:cubicBezTo>
                      <a:pt x="723" y="1170"/>
                      <a:pt x="714" y="1204"/>
                      <a:pt x="706" y="1238"/>
                    </a:cubicBezTo>
                    <a:cubicBezTo>
                      <a:pt x="705" y="1241"/>
                      <a:pt x="704" y="1244"/>
                      <a:pt x="704" y="1247"/>
                    </a:cubicBezTo>
                    <a:cubicBezTo>
                      <a:pt x="708" y="1244"/>
                      <a:pt x="710" y="1240"/>
                      <a:pt x="712" y="1236"/>
                    </a:cubicBezTo>
                    <a:cubicBezTo>
                      <a:pt x="734" y="1201"/>
                      <a:pt x="757" y="1167"/>
                      <a:pt x="789" y="1141"/>
                    </a:cubicBezTo>
                    <a:cubicBezTo>
                      <a:pt x="822" y="1116"/>
                      <a:pt x="858" y="1100"/>
                      <a:pt x="900" y="1099"/>
                    </a:cubicBezTo>
                    <a:cubicBezTo>
                      <a:pt x="900" y="1101"/>
                      <a:pt x="900" y="1104"/>
                      <a:pt x="900" y="1106"/>
                    </a:cubicBezTo>
                    <a:close/>
                  </a:path>
                </a:pathLst>
              </a:custGeom>
              <a:gradFill>
                <a:gsLst>
                  <a:gs pos="44000">
                    <a:srgbClr val="A38429"/>
                  </a:gs>
                  <a:gs pos="100000">
                    <a:srgbClr val="A38429">
                      <a:lumMod val="60000"/>
                      <a:lumOff val="40000"/>
                    </a:srgbClr>
                  </a:gs>
                </a:gsLst>
                <a:lin ang="8100000" scaled="1"/>
              </a:gradFill>
              <a:ln>
                <a:noFill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ivo Sans"/>
                </a:endParaRPr>
              </a:p>
            </p:txBody>
          </p:sp>
          <p:sp>
            <p:nvSpPr>
              <p:cNvPr id="17" name="Freeform 1267">
                <a:extLst>
                  <a:ext uri="{FF2B5EF4-FFF2-40B4-BE49-F238E27FC236}">
                    <a16:creationId xmlns:a16="http://schemas.microsoft.com/office/drawing/2014/main" id="{F113E65D-6CCF-0DF7-BFEB-B7AC2C135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826" y="5088041"/>
                <a:ext cx="312850" cy="644564"/>
              </a:xfrm>
              <a:custGeom>
                <a:avLst/>
                <a:gdLst>
                  <a:gd name="T0" fmla="*/ 165 w 918"/>
                  <a:gd name="T1" fmla="*/ 1085 h 1891"/>
                  <a:gd name="T2" fmla="*/ 26 w 918"/>
                  <a:gd name="T3" fmla="*/ 731 h 1891"/>
                  <a:gd name="T4" fmla="*/ 152 w 918"/>
                  <a:gd name="T5" fmla="*/ 898 h 1891"/>
                  <a:gd name="T6" fmla="*/ 82 w 918"/>
                  <a:gd name="T7" fmla="*/ 555 h 1891"/>
                  <a:gd name="T8" fmla="*/ 164 w 918"/>
                  <a:gd name="T9" fmla="*/ 607 h 1891"/>
                  <a:gd name="T10" fmla="*/ 218 w 918"/>
                  <a:gd name="T11" fmla="*/ 572 h 1891"/>
                  <a:gd name="T12" fmla="*/ 268 w 918"/>
                  <a:gd name="T13" fmla="*/ 258 h 1891"/>
                  <a:gd name="T14" fmla="*/ 337 w 918"/>
                  <a:gd name="T15" fmla="*/ 359 h 1891"/>
                  <a:gd name="T16" fmla="*/ 400 w 918"/>
                  <a:gd name="T17" fmla="*/ 195 h 1891"/>
                  <a:gd name="T18" fmla="*/ 414 w 918"/>
                  <a:gd name="T19" fmla="*/ 218 h 1891"/>
                  <a:gd name="T20" fmla="*/ 473 w 918"/>
                  <a:gd name="T21" fmla="*/ 209 h 1891"/>
                  <a:gd name="T22" fmla="*/ 534 w 918"/>
                  <a:gd name="T23" fmla="*/ 80 h 1891"/>
                  <a:gd name="T24" fmla="*/ 634 w 918"/>
                  <a:gd name="T25" fmla="*/ 88 h 1891"/>
                  <a:gd name="T26" fmla="*/ 643 w 918"/>
                  <a:gd name="T27" fmla="*/ 107 h 1891"/>
                  <a:gd name="T28" fmla="*/ 688 w 918"/>
                  <a:gd name="T29" fmla="*/ 173 h 1891"/>
                  <a:gd name="T30" fmla="*/ 494 w 918"/>
                  <a:gd name="T31" fmla="*/ 214 h 1891"/>
                  <a:gd name="T32" fmla="*/ 447 w 918"/>
                  <a:gd name="T33" fmla="*/ 264 h 1891"/>
                  <a:gd name="T34" fmla="*/ 545 w 918"/>
                  <a:gd name="T35" fmla="*/ 305 h 1891"/>
                  <a:gd name="T36" fmla="*/ 347 w 918"/>
                  <a:gd name="T37" fmla="*/ 373 h 1891"/>
                  <a:gd name="T38" fmla="*/ 405 w 918"/>
                  <a:gd name="T39" fmla="*/ 459 h 1891"/>
                  <a:gd name="T40" fmla="*/ 237 w 918"/>
                  <a:gd name="T41" fmla="*/ 570 h 1891"/>
                  <a:gd name="T42" fmla="*/ 327 w 918"/>
                  <a:gd name="T43" fmla="*/ 601 h 1891"/>
                  <a:gd name="T44" fmla="*/ 190 w 918"/>
                  <a:gd name="T45" fmla="*/ 730 h 1891"/>
                  <a:gd name="T46" fmla="*/ 274 w 918"/>
                  <a:gd name="T47" fmla="*/ 758 h 1891"/>
                  <a:gd name="T48" fmla="*/ 187 w 918"/>
                  <a:gd name="T49" fmla="*/ 858 h 1891"/>
                  <a:gd name="T50" fmla="*/ 318 w 918"/>
                  <a:gd name="T51" fmla="*/ 805 h 1891"/>
                  <a:gd name="T52" fmla="*/ 181 w 918"/>
                  <a:gd name="T53" fmla="*/ 1083 h 1891"/>
                  <a:gd name="T54" fmla="*/ 321 w 918"/>
                  <a:gd name="T55" fmla="*/ 922 h 1891"/>
                  <a:gd name="T56" fmla="*/ 199 w 918"/>
                  <a:gd name="T57" fmla="*/ 1160 h 1891"/>
                  <a:gd name="T58" fmla="*/ 342 w 918"/>
                  <a:gd name="T59" fmla="*/ 1078 h 1891"/>
                  <a:gd name="T60" fmla="*/ 271 w 918"/>
                  <a:gd name="T61" fmla="*/ 1334 h 1891"/>
                  <a:gd name="T62" fmla="*/ 390 w 918"/>
                  <a:gd name="T63" fmla="*/ 1237 h 1891"/>
                  <a:gd name="T64" fmla="*/ 384 w 918"/>
                  <a:gd name="T65" fmla="*/ 1513 h 1891"/>
                  <a:gd name="T66" fmla="*/ 430 w 918"/>
                  <a:gd name="T67" fmla="*/ 1513 h 1891"/>
                  <a:gd name="T68" fmla="*/ 541 w 918"/>
                  <a:gd name="T69" fmla="*/ 1674 h 1891"/>
                  <a:gd name="T70" fmla="*/ 624 w 918"/>
                  <a:gd name="T71" fmla="*/ 1508 h 1891"/>
                  <a:gd name="T72" fmla="*/ 776 w 918"/>
                  <a:gd name="T73" fmla="*/ 1808 h 1891"/>
                  <a:gd name="T74" fmla="*/ 903 w 918"/>
                  <a:gd name="T75" fmla="*/ 1868 h 1891"/>
                  <a:gd name="T76" fmla="*/ 654 w 918"/>
                  <a:gd name="T77" fmla="*/ 1881 h 1891"/>
                  <a:gd name="T78" fmla="*/ 397 w 918"/>
                  <a:gd name="T79" fmla="*/ 1758 h 1891"/>
                  <a:gd name="T80" fmla="*/ 538 w 918"/>
                  <a:gd name="T81" fmla="*/ 1691 h 1891"/>
                  <a:gd name="T82" fmla="*/ 185 w 918"/>
                  <a:gd name="T83" fmla="*/ 1581 h 1891"/>
                  <a:gd name="T84" fmla="*/ 460 w 918"/>
                  <a:gd name="T85" fmla="*/ 1631 h 1891"/>
                  <a:gd name="T86" fmla="*/ 361 w 918"/>
                  <a:gd name="T87" fmla="*/ 1529 h 1891"/>
                  <a:gd name="T88" fmla="*/ 70 w 918"/>
                  <a:gd name="T89" fmla="*/ 1358 h 1891"/>
                  <a:gd name="T90" fmla="*/ 316 w 918"/>
                  <a:gd name="T91" fmla="*/ 1463 h 1891"/>
                  <a:gd name="T92" fmla="*/ 13 w 918"/>
                  <a:gd name="T93" fmla="*/ 1142 h 1891"/>
                  <a:gd name="T94" fmla="*/ 217 w 918"/>
                  <a:gd name="T95" fmla="*/ 1275 h 1891"/>
                  <a:gd name="T96" fmla="*/ 2 w 918"/>
                  <a:gd name="T97" fmla="*/ 945 h 1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18" h="1891">
                    <a:moveTo>
                      <a:pt x="0" y="922"/>
                    </a:moveTo>
                    <a:cubicBezTo>
                      <a:pt x="27" y="924"/>
                      <a:pt x="51" y="936"/>
                      <a:pt x="73" y="951"/>
                    </a:cubicBezTo>
                    <a:cubicBezTo>
                      <a:pt x="107" y="975"/>
                      <a:pt x="129" y="1009"/>
                      <a:pt x="147" y="1046"/>
                    </a:cubicBezTo>
                    <a:cubicBezTo>
                      <a:pt x="153" y="1058"/>
                      <a:pt x="159" y="1071"/>
                      <a:pt x="165" y="1085"/>
                    </a:cubicBezTo>
                    <a:cubicBezTo>
                      <a:pt x="161" y="1047"/>
                      <a:pt x="157" y="1010"/>
                      <a:pt x="153" y="974"/>
                    </a:cubicBezTo>
                    <a:cubicBezTo>
                      <a:pt x="141" y="971"/>
                      <a:pt x="129" y="968"/>
                      <a:pt x="117" y="963"/>
                    </a:cubicBezTo>
                    <a:cubicBezTo>
                      <a:pt x="72" y="944"/>
                      <a:pt x="47" y="908"/>
                      <a:pt x="34" y="862"/>
                    </a:cubicBezTo>
                    <a:cubicBezTo>
                      <a:pt x="22" y="819"/>
                      <a:pt x="21" y="775"/>
                      <a:pt x="26" y="731"/>
                    </a:cubicBezTo>
                    <a:cubicBezTo>
                      <a:pt x="26" y="731"/>
                      <a:pt x="26" y="730"/>
                      <a:pt x="27" y="729"/>
                    </a:cubicBezTo>
                    <a:cubicBezTo>
                      <a:pt x="31" y="730"/>
                      <a:pt x="35" y="731"/>
                      <a:pt x="38" y="732"/>
                    </a:cubicBezTo>
                    <a:cubicBezTo>
                      <a:pt x="78" y="750"/>
                      <a:pt x="108" y="779"/>
                      <a:pt x="124" y="819"/>
                    </a:cubicBezTo>
                    <a:cubicBezTo>
                      <a:pt x="135" y="845"/>
                      <a:pt x="144" y="874"/>
                      <a:pt x="152" y="898"/>
                    </a:cubicBezTo>
                    <a:cubicBezTo>
                      <a:pt x="155" y="867"/>
                      <a:pt x="157" y="832"/>
                      <a:pt x="160" y="796"/>
                    </a:cubicBezTo>
                    <a:cubicBezTo>
                      <a:pt x="142" y="789"/>
                      <a:pt x="125" y="780"/>
                      <a:pt x="110" y="766"/>
                    </a:cubicBezTo>
                    <a:cubicBezTo>
                      <a:pt x="86" y="742"/>
                      <a:pt x="73" y="712"/>
                      <a:pt x="70" y="679"/>
                    </a:cubicBezTo>
                    <a:cubicBezTo>
                      <a:pt x="65" y="637"/>
                      <a:pt x="71" y="596"/>
                      <a:pt x="82" y="555"/>
                    </a:cubicBezTo>
                    <a:cubicBezTo>
                      <a:pt x="82" y="554"/>
                      <a:pt x="83" y="552"/>
                      <a:pt x="84" y="549"/>
                    </a:cubicBezTo>
                    <a:cubicBezTo>
                      <a:pt x="156" y="590"/>
                      <a:pt x="168" y="658"/>
                      <a:pt x="171" y="732"/>
                    </a:cubicBezTo>
                    <a:cubicBezTo>
                      <a:pt x="180" y="698"/>
                      <a:pt x="188" y="666"/>
                      <a:pt x="196" y="635"/>
                    </a:cubicBezTo>
                    <a:cubicBezTo>
                      <a:pt x="185" y="626"/>
                      <a:pt x="173" y="617"/>
                      <a:pt x="164" y="607"/>
                    </a:cubicBezTo>
                    <a:cubicBezTo>
                      <a:pt x="138" y="580"/>
                      <a:pt x="130" y="547"/>
                      <a:pt x="132" y="511"/>
                    </a:cubicBezTo>
                    <a:cubicBezTo>
                      <a:pt x="135" y="471"/>
                      <a:pt x="146" y="434"/>
                      <a:pt x="163" y="398"/>
                    </a:cubicBezTo>
                    <a:cubicBezTo>
                      <a:pt x="164" y="397"/>
                      <a:pt x="165" y="396"/>
                      <a:pt x="166" y="394"/>
                    </a:cubicBezTo>
                    <a:cubicBezTo>
                      <a:pt x="227" y="441"/>
                      <a:pt x="227" y="505"/>
                      <a:pt x="218" y="572"/>
                    </a:cubicBezTo>
                    <a:cubicBezTo>
                      <a:pt x="232" y="543"/>
                      <a:pt x="245" y="514"/>
                      <a:pt x="258" y="485"/>
                    </a:cubicBezTo>
                    <a:cubicBezTo>
                      <a:pt x="258" y="485"/>
                      <a:pt x="258" y="484"/>
                      <a:pt x="258" y="484"/>
                    </a:cubicBezTo>
                    <a:cubicBezTo>
                      <a:pt x="219" y="453"/>
                      <a:pt x="208" y="413"/>
                      <a:pt x="218" y="366"/>
                    </a:cubicBezTo>
                    <a:cubicBezTo>
                      <a:pt x="226" y="326"/>
                      <a:pt x="245" y="292"/>
                      <a:pt x="268" y="258"/>
                    </a:cubicBezTo>
                    <a:cubicBezTo>
                      <a:pt x="273" y="264"/>
                      <a:pt x="278" y="268"/>
                      <a:pt x="281" y="273"/>
                    </a:cubicBezTo>
                    <a:cubicBezTo>
                      <a:pt x="305" y="307"/>
                      <a:pt x="308" y="345"/>
                      <a:pt x="300" y="384"/>
                    </a:cubicBezTo>
                    <a:cubicBezTo>
                      <a:pt x="297" y="400"/>
                      <a:pt x="292" y="415"/>
                      <a:pt x="288" y="432"/>
                    </a:cubicBezTo>
                    <a:cubicBezTo>
                      <a:pt x="305" y="407"/>
                      <a:pt x="321" y="383"/>
                      <a:pt x="337" y="359"/>
                    </a:cubicBezTo>
                    <a:cubicBezTo>
                      <a:pt x="324" y="345"/>
                      <a:pt x="314" y="329"/>
                      <a:pt x="311" y="309"/>
                    </a:cubicBezTo>
                    <a:cubicBezTo>
                      <a:pt x="307" y="287"/>
                      <a:pt x="309" y="266"/>
                      <a:pt x="317" y="246"/>
                    </a:cubicBezTo>
                    <a:cubicBezTo>
                      <a:pt x="331" y="210"/>
                      <a:pt x="354" y="179"/>
                      <a:pt x="381" y="151"/>
                    </a:cubicBezTo>
                    <a:cubicBezTo>
                      <a:pt x="391" y="164"/>
                      <a:pt x="397" y="179"/>
                      <a:pt x="400" y="195"/>
                    </a:cubicBezTo>
                    <a:cubicBezTo>
                      <a:pt x="407" y="228"/>
                      <a:pt x="397" y="258"/>
                      <a:pt x="384" y="288"/>
                    </a:cubicBezTo>
                    <a:cubicBezTo>
                      <a:pt x="381" y="296"/>
                      <a:pt x="377" y="303"/>
                      <a:pt x="374" y="312"/>
                    </a:cubicBezTo>
                    <a:cubicBezTo>
                      <a:pt x="392" y="292"/>
                      <a:pt x="410" y="272"/>
                      <a:pt x="428" y="253"/>
                    </a:cubicBezTo>
                    <a:cubicBezTo>
                      <a:pt x="423" y="241"/>
                      <a:pt x="417" y="230"/>
                      <a:pt x="414" y="218"/>
                    </a:cubicBezTo>
                    <a:cubicBezTo>
                      <a:pt x="407" y="187"/>
                      <a:pt x="418" y="160"/>
                      <a:pt x="435" y="134"/>
                    </a:cubicBezTo>
                    <a:cubicBezTo>
                      <a:pt x="451" y="109"/>
                      <a:pt x="472" y="88"/>
                      <a:pt x="495" y="69"/>
                    </a:cubicBezTo>
                    <a:cubicBezTo>
                      <a:pt x="496" y="68"/>
                      <a:pt x="498" y="67"/>
                      <a:pt x="501" y="65"/>
                    </a:cubicBezTo>
                    <a:cubicBezTo>
                      <a:pt x="527" y="120"/>
                      <a:pt x="502" y="165"/>
                      <a:pt x="473" y="209"/>
                    </a:cubicBezTo>
                    <a:cubicBezTo>
                      <a:pt x="475" y="208"/>
                      <a:pt x="476" y="207"/>
                      <a:pt x="477" y="206"/>
                    </a:cubicBezTo>
                    <a:cubicBezTo>
                      <a:pt x="493" y="194"/>
                      <a:pt x="508" y="181"/>
                      <a:pt x="523" y="168"/>
                    </a:cubicBezTo>
                    <a:cubicBezTo>
                      <a:pt x="527" y="165"/>
                      <a:pt x="529" y="162"/>
                      <a:pt x="526" y="156"/>
                    </a:cubicBezTo>
                    <a:cubicBezTo>
                      <a:pt x="515" y="129"/>
                      <a:pt x="520" y="104"/>
                      <a:pt x="534" y="80"/>
                    </a:cubicBezTo>
                    <a:cubicBezTo>
                      <a:pt x="549" y="54"/>
                      <a:pt x="593" y="14"/>
                      <a:pt x="622" y="0"/>
                    </a:cubicBezTo>
                    <a:cubicBezTo>
                      <a:pt x="631" y="23"/>
                      <a:pt x="630" y="46"/>
                      <a:pt x="620" y="66"/>
                    </a:cubicBezTo>
                    <a:cubicBezTo>
                      <a:pt x="610" y="86"/>
                      <a:pt x="596" y="105"/>
                      <a:pt x="583" y="126"/>
                    </a:cubicBezTo>
                    <a:cubicBezTo>
                      <a:pt x="601" y="113"/>
                      <a:pt x="620" y="103"/>
                      <a:pt x="634" y="88"/>
                    </a:cubicBezTo>
                    <a:cubicBezTo>
                      <a:pt x="676" y="41"/>
                      <a:pt x="728" y="14"/>
                      <a:pt x="789" y="7"/>
                    </a:cubicBezTo>
                    <a:cubicBezTo>
                      <a:pt x="805" y="5"/>
                      <a:pt x="821" y="5"/>
                      <a:pt x="840" y="4"/>
                    </a:cubicBezTo>
                    <a:cubicBezTo>
                      <a:pt x="837" y="7"/>
                      <a:pt x="836" y="9"/>
                      <a:pt x="835" y="10"/>
                    </a:cubicBezTo>
                    <a:cubicBezTo>
                      <a:pt x="780" y="60"/>
                      <a:pt x="717" y="94"/>
                      <a:pt x="643" y="107"/>
                    </a:cubicBezTo>
                    <a:cubicBezTo>
                      <a:pt x="641" y="107"/>
                      <a:pt x="639" y="108"/>
                      <a:pt x="637" y="109"/>
                    </a:cubicBezTo>
                    <a:cubicBezTo>
                      <a:pt x="622" y="118"/>
                      <a:pt x="608" y="127"/>
                      <a:pt x="594" y="136"/>
                    </a:cubicBezTo>
                    <a:cubicBezTo>
                      <a:pt x="640" y="122"/>
                      <a:pt x="684" y="119"/>
                      <a:pt x="722" y="159"/>
                    </a:cubicBezTo>
                    <a:cubicBezTo>
                      <a:pt x="710" y="164"/>
                      <a:pt x="699" y="169"/>
                      <a:pt x="688" y="173"/>
                    </a:cubicBezTo>
                    <a:cubicBezTo>
                      <a:pt x="658" y="185"/>
                      <a:pt x="627" y="195"/>
                      <a:pt x="593" y="193"/>
                    </a:cubicBezTo>
                    <a:cubicBezTo>
                      <a:pt x="576" y="192"/>
                      <a:pt x="561" y="187"/>
                      <a:pt x="546" y="178"/>
                    </a:cubicBezTo>
                    <a:cubicBezTo>
                      <a:pt x="542" y="175"/>
                      <a:pt x="539" y="176"/>
                      <a:pt x="534" y="179"/>
                    </a:cubicBezTo>
                    <a:cubicBezTo>
                      <a:pt x="521" y="191"/>
                      <a:pt x="507" y="202"/>
                      <a:pt x="494" y="214"/>
                    </a:cubicBezTo>
                    <a:cubicBezTo>
                      <a:pt x="541" y="193"/>
                      <a:pt x="587" y="188"/>
                      <a:pt x="632" y="225"/>
                    </a:cubicBezTo>
                    <a:cubicBezTo>
                      <a:pt x="615" y="234"/>
                      <a:pt x="601" y="243"/>
                      <a:pt x="585" y="250"/>
                    </a:cubicBezTo>
                    <a:cubicBezTo>
                      <a:pt x="563" y="261"/>
                      <a:pt x="540" y="271"/>
                      <a:pt x="515" y="274"/>
                    </a:cubicBezTo>
                    <a:cubicBezTo>
                      <a:pt x="491" y="277"/>
                      <a:pt x="469" y="274"/>
                      <a:pt x="447" y="264"/>
                    </a:cubicBezTo>
                    <a:cubicBezTo>
                      <a:pt x="445" y="263"/>
                      <a:pt x="440" y="264"/>
                      <a:pt x="439" y="265"/>
                    </a:cubicBezTo>
                    <a:cubicBezTo>
                      <a:pt x="425" y="280"/>
                      <a:pt x="411" y="295"/>
                      <a:pt x="397" y="311"/>
                    </a:cubicBezTo>
                    <a:cubicBezTo>
                      <a:pt x="420" y="297"/>
                      <a:pt x="443" y="286"/>
                      <a:pt x="470" y="284"/>
                    </a:cubicBezTo>
                    <a:cubicBezTo>
                      <a:pt x="497" y="282"/>
                      <a:pt x="522" y="289"/>
                      <a:pt x="545" y="305"/>
                    </a:cubicBezTo>
                    <a:cubicBezTo>
                      <a:pt x="541" y="309"/>
                      <a:pt x="538" y="311"/>
                      <a:pt x="534" y="314"/>
                    </a:cubicBezTo>
                    <a:cubicBezTo>
                      <a:pt x="509" y="334"/>
                      <a:pt x="482" y="352"/>
                      <a:pt x="453" y="364"/>
                    </a:cubicBezTo>
                    <a:cubicBezTo>
                      <a:pt x="422" y="377"/>
                      <a:pt x="391" y="379"/>
                      <a:pt x="359" y="369"/>
                    </a:cubicBezTo>
                    <a:cubicBezTo>
                      <a:pt x="353" y="368"/>
                      <a:pt x="350" y="368"/>
                      <a:pt x="347" y="373"/>
                    </a:cubicBezTo>
                    <a:cubicBezTo>
                      <a:pt x="337" y="389"/>
                      <a:pt x="326" y="404"/>
                      <a:pt x="316" y="420"/>
                    </a:cubicBezTo>
                    <a:cubicBezTo>
                      <a:pt x="314" y="422"/>
                      <a:pt x="313" y="424"/>
                      <a:pt x="312" y="427"/>
                    </a:cubicBezTo>
                    <a:cubicBezTo>
                      <a:pt x="359" y="386"/>
                      <a:pt x="409" y="371"/>
                      <a:pt x="468" y="400"/>
                    </a:cubicBezTo>
                    <a:cubicBezTo>
                      <a:pt x="449" y="423"/>
                      <a:pt x="428" y="442"/>
                      <a:pt x="405" y="459"/>
                    </a:cubicBezTo>
                    <a:cubicBezTo>
                      <a:pt x="388" y="471"/>
                      <a:pt x="370" y="483"/>
                      <a:pt x="350" y="488"/>
                    </a:cubicBezTo>
                    <a:cubicBezTo>
                      <a:pt x="338" y="491"/>
                      <a:pt x="325" y="494"/>
                      <a:pt x="312" y="494"/>
                    </a:cubicBezTo>
                    <a:cubicBezTo>
                      <a:pt x="300" y="495"/>
                      <a:pt x="287" y="493"/>
                      <a:pt x="273" y="492"/>
                    </a:cubicBezTo>
                    <a:cubicBezTo>
                      <a:pt x="262" y="518"/>
                      <a:pt x="249" y="544"/>
                      <a:pt x="237" y="570"/>
                    </a:cubicBezTo>
                    <a:cubicBezTo>
                      <a:pt x="238" y="571"/>
                      <a:pt x="238" y="571"/>
                      <a:pt x="239" y="571"/>
                    </a:cubicBezTo>
                    <a:cubicBezTo>
                      <a:pt x="280" y="516"/>
                      <a:pt x="331" y="491"/>
                      <a:pt x="402" y="514"/>
                    </a:cubicBezTo>
                    <a:cubicBezTo>
                      <a:pt x="397" y="520"/>
                      <a:pt x="394" y="526"/>
                      <a:pt x="390" y="532"/>
                    </a:cubicBezTo>
                    <a:cubicBezTo>
                      <a:pt x="372" y="557"/>
                      <a:pt x="351" y="581"/>
                      <a:pt x="327" y="601"/>
                    </a:cubicBezTo>
                    <a:cubicBezTo>
                      <a:pt x="296" y="627"/>
                      <a:pt x="261" y="639"/>
                      <a:pt x="221" y="638"/>
                    </a:cubicBezTo>
                    <a:cubicBezTo>
                      <a:pt x="215" y="638"/>
                      <a:pt x="212" y="640"/>
                      <a:pt x="211" y="646"/>
                    </a:cubicBezTo>
                    <a:cubicBezTo>
                      <a:pt x="204" y="672"/>
                      <a:pt x="197" y="699"/>
                      <a:pt x="190" y="725"/>
                    </a:cubicBezTo>
                    <a:cubicBezTo>
                      <a:pt x="190" y="727"/>
                      <a:pt x="190" y="728"/>
                      <a:pt x="190" y="730"/>
                    </a:cubicBezTo>
                    <a:cubicBezTo>
                      <a:pt x="209" y="690"/>
                      <a:pt x="235" y="657"/>
                      <a:pt x="279" y="643"/>
                    </a:cubicBezTo>
                    <a:cubicBezTo>
                      <a:pt x="302" y="635"/>
                      <a:pt x="332" y="633"/>
                      <a:pt x="353" y="640"/>
                    </a:cubicBezTo>
                    <a:cubicBezTo>
                      <a:pt x="348" y="649"/>
                      <a:pt x="344" y="659"/>
                      <a:pt x="340" y="668"/>
                    </a:cubicBezTo>
                    <a:cubicBezTo>
                      <a:pt x="322" y="701"/>
                      <a:pt x="302" y="733"/>
                      <a:pt x="274" y="758"/>
                    </a:cubicBezTo>
                    <a:cubicBezTo>
                      <a:pt x="249" y="781"/>
                      <a:pt x="219" y="793"/>
                      <a:pt x="185" y="797"/>
                    </a:cubicBezTo>
                    <a:cubicBezTo>
                      <a:pt x="180" y="798"/>
                      <a:pt x="177" y="798"/>
                      <a:pt x="176" y="804"/>
                    </a:cubicBezTo>
                    <a:cubicBezTo>
                      <a:pt x="174" y="837"/>
                      <a:pt x="171" y="870"/>
                      <a:pt x="169" y="904"/>
                    </a:cubicBezTo>
                    <a:cubicBezTo>
                      <a:pt x="175" y="888"/>
                      <a:pt x="180" y="872"/>
                      <a:pt x="187" y="858"/>
                    </a:cubicBezTo>
                    <a:cubicBezTo>
                      <a:pt x="213" y="804"/>
                      <a:pt x="257" y="778"/>
                      <a:pt x="316" y="777"/>
                    </a:cubicBezTo>
                    <a:cubicBezTo>
                      <a:pt x="318" y="777"/>
                      <a:pt x="319" y="777"/>
                      <a:pt x="321" y="777"/>
                    </a:cubicBezTo>
                    <a:cubicBezTo>
                      <a:pt x="322" y="777"/>
                      <a:pt x="323" y="778"/>
                      <a:pt x="325" y="778"/>
                    </a:cubicBezTo>
                    <a:cubicBezTo>
                      <a:pt x="322" y="787"/>
                      <a:pt x="320" y="796"/>
                      <a:pt x="318" y="805"/>
                    </a:cubicBezTo>
                    <a:cubicBezTo>
                      <a:pt x="308" y="837"/>
                      <a:pt x="295" y="869"/>
                      <a:pt x="276" y="897"/>
                    </a:cubicBezTo>
                    <a:cubicBezTo>
                      <a:pt x="252" y="935"/>
                      <a:pt x="218" y="958"/>
                      <a:pt x="177" y="971"/>
                    </a:cubicBezTo>
                    <a:cubicBezTo>
                      <a:pt x="172" y="972"/>
                      <a:pt x="170" y="973"/>
                      <a:pt x="171" y="979"/>
                    </a:cubicBezTo>
                    <a:cubicBezTo>
                      <a:pt x="174" y="1013"/>
                      <a:pt x="178" y="1048"/>
                      <a:pt x="181" y="1083"/>
                    </a:cubicBezTo>
                    <a:cubicBezTo>
                      <a:pt x="182" y="1083"/>
                      <a:pt x="183" y="1083"/>
                      <a:pt x="183" y="1083"/>
                    </a:cubicBezTo>
                    <a:cubicBezTo>
                      <a:pt x="185" y="1074"/>
                      <a:pt x="185" y="1064"/>
                      <a:pt x="187" y="1055"/>
                    </a:cubicBezTo>
                    <a:cubicBezTo>
                      <a:pt x="188" y="1045"/>
                      <a:pt x="190" y="1036"/>
                      <a:pt x="193" y="1027"/>
                    </a:cubicBezTo>
                    <a:cubicBezTo>
                      <a:pt x="211" y="963"/>
                      <a:pt x="262" y="927"/>
                      <a:pt x="321" y="922"/>
                    </a:cubicBezTo>
                    <a:cubicBezTo>
                      <a:pt x="320" y="934"/>
                      <a:pt x="319" y="946"/>
                      <a:pt x="317" y="958"/>
                    </a:cubicBezTo>
                    <a:cubicBezTo>
                      <a:pt x="313" y="991"/>
                      <a:pt x="306" y="1023"/>
                      <a:pt x="293" y="1054"/>
                    </a:cubicBezTo>
                    <a:cubicBezTo>
                      <a:pt x="276" y="1096"/>
                      <a:pt x="245" y="1128"/>
                      <a:pt x="204" y="1148"/>
                    </a:cubicBezTo>
                    <a:cubicBezTo>
                      <a:pt x="198" y="1151"/>
                      <a:pt x="197" y="1154"/>
                      <a:pt x="199" y="1160"/>
                    </a:cubicBezTo>
                    <a:cubicBezTo>
                      <a:pt x="210" y="1195"/>
                      <a:pt x="222" y="1230"/>
                      <a:pt x="233" y="1266"/>
                    </a:cubicBezTo>
                    <a:cubicBezTo>
                      <a:pt x="233" y="1268"/>
                      <a:pt x="235" y="1270"/>
                      <a:pt x="235" y="1271"/>
                    </a:cubicBezTo>
                    <a:cubicBezTo>
                      <a:pt x="235" y="1252"/>
                      <a:pt x="233" y="1233"/>
                      <a:pt x="233" y="1214"/>
                    </a:cubicBezTo>
                    <a:cubicBezTo>
                      <a:pt x="235" y="1150"/>
                      <a:pt x="280" y="1094"/>
                      <a:pt x="342" y="1078"/>
                    </a:cubicBezTo>
                    <a:cubicBezTo>
                      <a:pt x="343" y="1077"/>
                      <a:pt x="343" y="1078"/>
                      <a:pt x="345" y="1078"/>
                    </a:cubicBezTo>
                    <a:cubicBezTo>
                      <a:pt x="346" y="1091"/>
                      <a:pt x="348" y="1104"/>
                      <a:pt x="349" y="1117"/>
                    </a:cubicBezTo>
                    <a:cubicBezTo>
                      <a:pt x="351" y="1153"/>
                      <a:pt x="351" y="1189"/>
                      <a:pt x="342" y="1225"/>
                    </a:cubicBezTo>
                    <a:cubicBezTo>
                      <a:pt x="332" y="1270"/>
                      <a:pt x="307" y="1306"/>
                      <a:pt x="271" y="1334"/>
                    </a:cubicBezTo>
                    <a:cubicBezTo>
                      <a:pt x="269" y="1336"/>
                      <a:pt x="267" y="1337"/>
                      <a:pt x="265" y="1339"/>
                    </a:cubicBezTo>
                    <a:cubicBezTo>
                      <a:pt x="285" y="1380"/>
                      <a:pt x="307" y="1419"/>
                      <a:pt x="334" y="1457"/>
                    </a:cubicBezTo>
                    <a:cubicBezTo>
                      <a:pt x="328" y="1439"/>
                      <a:pt x="323" y="1422"/>
                      <a:pt x="319" y="1405"/>
                    </a:cubicBezTo>
                    <a:cubicBezTo>
                      <a:pt x="302" y="1336"/>
                      <a:pt x="329" y="1273"/>
                      <a:pt x="390" y="1237"/>
                    </a:cubicBezTo>
                    <a:cubicBezTo>
                      <a:pt x="393" y="1235"/>
                      <a:pt x="397" y="1233"/>
                      <a:pt x="402" y="1230"/>
                    </a:cubicBezTo>
                    <a:cubicBezTo>
                      <a:pt x="408" y="1254"/>
                      <a:pt x="416" y="1277"/>
                      <a:pt x="421" y="1300"/>
                    </a:cubicBezTo>
                    <a:cubicBezTo>
                      <a:pt x="429" y="1333"/>
                      <a:pt x="434" y="1366"/>
                      <a:pt x="431" y="1399"/>
                    </a:cubicBezTo>
                    <a:cubicBezTo>
                      <a:pt x="428" y="1442"/>
                      <a:pt x="411" y="1480"/>
                      <a:pt x="384" y="1513"/>
                    </a:cubicBezTo>
                    <a:cubicBezTo>
                      <a:pt x="383" y="1514"/>
                      <a:pt x="381" y="1516"/>
                      <a:pt x="379" y="1518"/>
                    </a:cubicBezTo>
                    <a:cubicBezTo>
                      <a:pt x="409" y="1554"/>
                      <a:pt x="441" y="1588"/>
                      <a:pt x="478" y="1619"/>
                    </a:cubicBezTo>
                    <a:cubicBezTo>
                      <a:pt x="474" y="1614"/>
                      <a:pt x="470" y="1609"/>
                      <a:pt x="467" y="1604"/>
                    </a:cubicBezTo>
                    <a:cubicBezTo>
                      <a:pt x="448" y="1576"/>
                      <a:pt x="434" y="1547"/>
                      <a:pt x="430" y="1513"/>
                    </a:cubicBezTo>
                    <a:cubicBezTo>
                      <a:pt x="422" y="1455"/>
                      <a:pt x="450" y="1403"/>
                      <a:pt x="491" y="1374"/>
                    </a:cubicBezTo>
                    <a:cubicBezTo>
                      <a:pt x="524" y="1429"/>
                      <a:pt x="554" y="1485"/>
                      <a:pt x="564" y="1550"/>
                    </a:cubicBezTo>
                    <a:cubicBezTo>
                      <a:pt x="571" y="1591"/>
                      <a:pt x="563" y="1630"/>
                      <a:pt x="545" y="1668"/>
                    </a:cubicBezTo>
                    <a:cubicBezTo>
                      <a:pt x="544" y="1670"/>
                      <a:pt x="543" y="1672"/>
                      <a:pt x="541" y="1674"/>
                    </a:cubicBezTo>
                    <a:cubicBezTo>
                      <a:pt x="585" y="1708"/>
                      <a:pt x="632" y="1737"/>
                      <a:pt x="682" y="1762"/>
                    </a:cubicBezTo>
                    <a:cubicBezTo>
                      <a:pt x="680" y="1760"/>
                      <a:pt x="677" y="1758"/>
                      <a:pt x="675" y="1756"/>
                    </a:cubicBezTo>
                    <a:cubicBezTo>
                      <a:pt x="648" y="1733"/>
                      <a:pt x="624" y="1709"/>
                      <a:pt x="607" y="1678"/>
                    </a:cubicBezTo>
                    <a:cubicBezTo>
                      <a:pt x="577" y="1624"/>
                      <a:pt x="584" y="1556"/>
                      <a:pt x="624" y="1508"/>
                    </a:cubicBezTo>
                    <a:cubicBezTo>
                      <a:pt x="631" y="1515"/>
                      <a:pt x="637" y="1521"/>
                      <a:pt x="643" y="1527"/>
                    </a:cubicBezTo>
                    <a:cubicBezTo>
                      <a:pt x="681" y="1565"/>
                      <a:pt x="715" y="1605"/>
                      <a:pt x="742" y="1650"/>
                    </a:cubicBezTo>
                    <a:cubicBezTo>
                      <a:pt x="770" y="1697"/>
                      <a:pt x="780" y="1747"/>
                      <a:pt x="770" y="1800"/>
                    </a:cubicBezTo>
                    <a:cubicBezTo>
                      <a:pt x="769" y="1806"/>
                      <a:pt x="773" y="1807"/>
                      <a:pt x="776" y="1808"/>
                    </a:cubicBezTo>
                    <a:cubicBezTo>
                      <a:pt x="817" y="1822"/>
                      <a:pt x="858" y="1837"/>
                      <a:pt x="900" y="1851"/>
                    </a:cubicBezTo>
                    <a:cubicBezTo>
                      <a:pt x="902" y="1852"/>
                      <a:pt x="905" y="1853"/>
                      <a:pt x="908" y="1853"/>
                    </a:cubicBezTo>
                    <a:cubicBezTo>
                      <a:pt x="913" y="1855"/>
                      <a:pt x="918" y="1858"/>
                      <a:pt x="915" y="1864"/>
                    </a:cubicBezTo>
                    <a:cubicBezTo>
                      <a:pt x="913" y="1870"/>
                      <a:pt x="909" y="1870"/>
                      <a:pt x="903" y="1868"/>
                    </a:cubicBezTo>
                    <a:cubicBezTo>
                      <a:pt x="890" y="1864"/>
                      <a:pt x="877" y="1861"/>
                      <a:pt x="864" y="1856"/>
                    </a:cubicBezTo>
                    <a:cubicBezTo>
                      <a:pt x="832" y="1845"/>
                      <a:pt x="801" y="1834"/>
                      <a:pt x="770" y="1822"/>
                    </a:cubicBezTo>
                    <a:cubicBezTo>
                      <a:pt x="764" y="1820"/>
                      <a:pt x="762" y="1820"/>
                      <a:pt x="758" y="1825"/>
                    </a:cubicBezTo>
                    <a:cubicBezTo>
                      <a:pt x="731" y="1857"/>
                      <a:pt x="695" y="1874"/>
                      <a:pt x="654" y="1881"/>
                    </a:cubicBezTo>
                    <a:cubicBezTo>
                      <a:pt x="590" y="1891"/>
                      <a:pt x="531" y="1875"/>
                      <a:pt x="473" y="1850"/>
                    </a:cubicBezTo>
                    <a:cubicBezTo>
                      <a:pt x="436" y="1833"/>
                      <a:pt x="401" y="1813"/>
                      <a:pt x="368" y="1789"/>
                    </a:cubicBezTo>
                    <a:cubicBezTo>
                      <a:pt x="364" y="1787"/>
                      <a:pt x="361" y="1783"/>
                      <a:pt x="356" y="1780"/>
                    </a:cubicBezTo>
                    <a:cubicBezTo>
                      <a:pt x="369" y="1770"/>
                      <a:pt x="383" y="1763"/>
                      <a:pt x="397" y="1758"/>
                    </a:cubicBezTo>
                    <a:cubicBezTo>
                      <a:pt x="449" y="1738"/>
                      <a:pt x="501" y="1736"/>
                      <a:pt x="555" y="1749"/>
                    </a:cubicBezTo>
                    <a:cubicBezTo>
                      <a:pt x="597" y="1758"/>
                      <a:pt x="639" y="1770"/>
                      <a:pt x="682" y="1782"/>
                    </a:cubicBezTo>
                    <a:cubicBezTo>
                      <a:pt x="678" y="1780"/>
                      <a:pt x="675" y="1778"/>
                      <a:pt x="671" y="1776"/>
                    </a:cubicBezTo>
                    <a:cubicBezTo>
                      <a:pt x="624" y="1751"/>
                      <a:pt x="580" y="1723"/>
                      <a:pt x="538" y="1691"/>
                    </a:cubicBezTo>
                    <a:cubicBezTo>
                      <a:pt x="533" y="1687"/>
                      <a:pt x="529" y="1687"/>
                      <a:pt x="524" y="1691"/>
                    </a:cubicBezTo>
                    <a:cubicBezTo>
                      <a:pt x="484" y="1719"/>
                      <a:pt x="440" y="1726"/>
                      <a:pt x="392" y="1718"/>
                    </a:cubicBezTo>
                    <a:cubicBezTo>
                      <a:pt x="347" y="1710"/>
                      <a:pt x="308" y="1689"/>
                      <a:pt x="272" y="1662"/>
                    </a:cubicBezTo>
                    <a:cubicBezTo>
                      <a:pt x="240" y="1638"/>
                      <a:pt x="211" y="1611"/>
                      <a:pt x="185" y="1581"/>
                    </a:cubicBezTo>
                    <a:cubicBezTo>
                      <a:pt x="183" y="1578"/>
                      <a:pt x="181" y="1575"/>
                      <a:pt x="178" y="1571"/>
                    </a:cubicBezTo>
                    <a:cubicBezTo>
                      <a:pt x="188" y="1568"/>
                      <a:pt x="198" y="1564"/>
                      <a:pt x="207" y="1562"/>
                    </a:cubicBezTo>
                    <a:cubicBezTo>
                      <a:pt x="263" y="1549"/>
                      <a:pt x="317" y="1557"/>
                      <a:pt x="368" y="1582"/>
                    </a:cubicBezTo>
                    <a:cubicBezTo>
                      <a:pt x="399" y="1597"/>
                      <a:pt x="429" y="1614"/>
                      <a:pt x="460" y="1631"/>
                    </a:cubicBezTo>
                    <a:cubicBezTo>
                      <a:pt x="462" y="1632"/>
                      <a:pt x="464" y="1633"/>
                      <a:pt x="467" y="1633"/>
                    </a:cubicBezTo>
                    <a:cubicBezTo>
                      <a:pt x="459" y="1625"/>
                      <a:pt x="450" y="1618"/>
                      <a:pt x="442" y="1610"/>
                    </a:cubicBezTo>
                    <a:cubicBezTo>
                      <a:pt x="418" y="1584"/>
                      <a:pt x="394" y="1558"/>
                      <a:pt x="370" y="1532"/>
                    </a:cubicBezTo>
                    <a:cubicBezTo>
                      <a:pt x="367" y="1528"/>
                      <a:pt x="365" y="1527"/>
                      <a:pt x="361" y="1529"/>
                    </a:cubicBezTo>
                    <a:cubicBezTo>
                      <a:pt x="311" y="1551"/>
                      <a:pt x="262" y="1546"/>
                      <a:pt x="215" y="1522"/>
                    </a:cubicBezTo>
                    <a:cubicBezTo>
                      <a:pt x="171" y="1499"/>
                      <a:pt x="138" y="1464"/>
                      <a:pt x="110" y="1425"/>
                    </a:cubicBezTo>
                    <a:cubicBezTo>
                      <a:pt x="97" y="1406"/>
                      <a:pt x="86" y="1385"/>
                      <a:pt x="74" y="1366"/>
                    </a:cubicBezTo>
                    <a:cubicBezTo>
                      <a:pt x="72" y="1364"/>
                      <a:pt x="72" y="1361"/>
                      <a:pt x="70" y="1358"/>
                    </a:cubicBezTo>
                    <a:cubicBezTo>
                      <a:pt x="90" y="1353"/>
                      <a:pt x="108" y="1353"/>
                      <a:pt x="127" y="1355"/>
                    </a:cubicBezTo>
                    <a:cubicBezTo>
                      <a:pt x="174" y="1359"/>
                      <a:pt x="216" y="1379"/>
                      <a:pt x="252" y="1408"/>
                    </a:cubicBezTo>
                    <a:cubicBezTo>
                      <a:pt x="273" y="1425"/>
                      <a:pt x="293" y="1443"/>
                      <a:pt x="314" y="1461"/>
                    </a:cubicBezTo>
                    <a:cubicBezTo>
                      <a:pt x="315" y="1462"/>
                      <a:pt x="316" y="1463"/>
                      <a:pt x="316" y="1463"/>
                    </a:cubicBezTo>
                    <a:cubicBezTo>
                      <a:pt x="294" y="1424"/>
                      <a:pt x="271" y="1386"/>
                      <a:pt x="248" y="1346"/>
                    </a:cubicBezTo>
                    <a:cubicBezTo>
                      <a:pt x="227" y="1351"/>
                      <a:pt x="204" y="1352"/>
                      <a:pt x="182" y="1347"/>
                    </a:cubicBezTo>
                    <a:cubicBezTo>
                      <a:pt x="138" y="1337"/>
                      <a:pt x="104" y="1312"/>
                      <a:pt x="78" y="1278"/>
                    </a:cubicBezTo>
                    <a:cubicBezTo>
                      <a:pt x="47" y="1237"/>
                      <a:pt x="27" y="1191"/>
                      <a:pt x="13" y="1142"/>
                    </a:cubicBezTo>
                    <a:cubicBezTo>
                      <a:pt x="13" y="1141"/>
                      <a:pt x="13" y="1139"/>
                      <a:pt x="12" y="1135"/>
                    </a:cubicBezTo>
                    <a:cubicBezTo>
                      <a:pt x="26" y="1137"/>
                      <a:pt x="40" y="1138"/>
                      <a:pt x="53" y="1141"/>
                    </a:cubicBezTo>
                    <a:cubicBezTo>
                      <a:pt x="105" y="1152"/>
                      <a:pt x="145" y="1182"/>
                      <a:pt x="177" y="1222"/>
                    </a:cubicBezTo>
                    <a:cubicBezTo>
                      <a:pt x="191" y="1240"/>
                      <a:pt x="205" y="1258"/>
                      <a:pt x="217" y="1275"/>
                    </a:cubicBezTo>
                    <a:cubicBezTo>
                      <a:pt x="205" y="1237"/>
                      <a:pt x="192" y="1197"/>
                      <a:pt x="180" y="1156"/>
                    </a:cubicBezTo>
                    <a:cubicBezTo>
                      <a:pt x="168" y="1155"/>
                      <a:pt x="156" y="1155"/>
                      <a:pt x="144" y="1152"/>
                    </a:cubicBezTo>
                    <a:cubicBezTo>
                      <a:pt x="97" y="1142"/>
                      <a:pt x="64" y="1114"/>
                      <a:pt x="40" y="1073"/>
                    </a:cubicBezTo>
                    <a:cubicBezTo>
                      <a:pt x="18" y="1033"/>
                      <a:pt x="8" y="990"/>
                      <a:pt x="2" y="945"/>
                    </a:cubicBezTo>
                    <a:cubicBezTo>
                      <a:pt x="1" y="942"/>
                      <a:pt x="1" y="940"/>
                      <a:pt x="0" y="937"/>
                    </a:cubicBezTo>
                    <a:cubicBezTo>
                      <a:pt x="0" y="932"/>
                      <a:pt x="0" y="927"/>
                      <a:pt x="0" y="922"/>
                    </a:cubicBezTo>
                    <a:close/>
                  </a:path>
                </a:pathLst>
              </a:custGeom>
              <a:gradFill>
                <a:gsLst>
                  <a:gs pos="44000">
                    <a:srgbClr val="A38429"/>
                  </a:gs>
                  <a:gs pos="100000">
                    <a:srgbClr val="A38429">
                      <a:lumMod val="60000"/>
                      <a:lumOff val="40000"/>
                    </a:srgbClr>
                  </a:gs>
                </a:gsLst>
                <a:lin ang="81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vivo Sans"/>
                </a:endParaRPr>
              </a:p>
            </p:txBody>
          </p:sp>
        </p:grpSp>
      </p:grp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FFE21EC-D0FD-0B5D-27E3-1F8BE419D186}"/>
              </a:ext>
            </a:extLst>
          </p:cNvPr>
          <p:cNvCxnSpPr>
            <a:cxnSpLocks/>
          </p:cNvCxnSpPr>
          <p:nvPr/>
        </p:nvCxnSpPr>
        <p:spPr>
          <a:xfrm>
            <a:off x="3270061" y="2254995"/>
            <a:ext cx="0" cy="131338"/>
          </a:xfrm>
          <a:prstGeom prst="line">
            <a:avLst/>
          </a:prstGeom>
          <a:noFill/>
          <a:ln w="12700" cap="flat" cmpd="sng" algn="ctr">
            <a:solidFill>
              <a:srgbClr val="59647B">
                <a:alpha val="50000"/>
              </a:srgbClr>
            </a:solidFill>
            <a:prstDash val="solid"/>
            <a:miter lim="800000"/>
          </a:ln>
          <a:effectLst/>
        </p:spPr>
      </p:cxn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B0619244-6976-805F-DAA9-1A5EDCDE7BC5}"/>
              </a:ext>
            </a:extLst>
          </p:cNvPr>
          <p:cNvSpPr/>
          <p:nvPr/>
        </p:nvSpPr>
        <p:spPr>
          <a:xfrm>
            <a:off x="695325" y="2803438"/>
            <a:ext cx="5944536" cy="2402794"/>
          </a:xfrm>
          <a:custGeom>
            <a:avLst/>
            <a:gdLst>
              <a:gd name="connsiteX0" fmla="*/ 281139 w 5944536"/>
              <a:gd name="connsiteY0" fmla="*/ 0 h 2402794"/>
              <a:gd name="connsiteX1" fmla="*/ 5536479 w 5944536"/>
              <a:gd name="connsiteY1" fmla="*/ 0 h 2402794"/>
              <a:gd name="connsiteX2" fmla="*/ 5817618 w 5944536"/>
              <a:gd name="connsiteY2" fmla="*/ 281139 h 2402794"/>
              <a:gd name="connsiteX3" fmla="*/ 5817618 w 5944536"/>
              <a:gd name="connsiteY3" fmla="*/ 1372545 h 2402794"/>
              <a:gd name="connsiteX4" fmla="*/ 5944536 w 5944536"/>
              <a:gd name="connsiteY4" fmla="*/ 2402794 h 2402794"/>
              <a:gd name="connsiteX5" fmla="*/ 4914287 w 5944536"/>
              <a:gd name="connsiteY5" fmla="*/ 2275876 h 2402794"/>
              <a:gd name="connsiteX6" fmla="*/ 281139 w 5944536"/>
              <a:gd name="connsiteY6" fmla="*/ 2275876 h 2402794"/>
              <a:gd name="connsiteX7" fmla="*/ 0 w 5944536"/>
              <a:gd name="connsiteY7" fmla="*/ 1994737 h 2402794"/>
              <a:gd name="connsiteX8" fmla="*/ 0 w 5944536"/>
              <a:gd name="connsiteY8" fmla="*/ 281139 h 2402794"/>
              <a:gd name="connsiteX9" fmla="*/ 281139 w 5944536"/>
              <a:gd name="connsiteY9" fmla="*/ 0 h 240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44536" h="2402794">
                <a:moveTo>
                  <a:pt x="281139" y="0"/>
                </a:moveTo>
                <a:lnTo>
                  <a:pt x="5536479" y="0"/>
                </a:lnTo>
                <a:cubicBezTo>
                  <a:pt x="5691748" y="0"/>
                  <a:pt x="5817618" y="125870"/>
                  <a:pt x="5817618" y="281139"/>
                </a:cubicBezTo>
                <a:lnTo>
                  <a:pt x="5817618" y="1372545"/>
                </a:lnTo>
                <a:cubicBezTo>
                  <a:pt x="5817618" y="1715962"/>
                  <a:pt x="5859924" y="2059378"/>
                  <a:pt x="5944536" y="2402794"/>
                </a:cubicBezTo>
                <a:cubicBezTo>
                  <a:pt x="5601120" y="2318182"/>
                  <a:pt x="5257704" y="2275876"/>
                  <a:pt x="4914287" y="2275876"/>
                </a:cubicBezTo>
                <a:lnTo>
                  <a:pt x="281139" y="2275876"/>
                </a:lnTo>
                <a:cubicBezTo>
                  <a:pt x="125870" y="2275876"/>
                  <a:pt x="0" y="2150006"/>
                  <a:pt x="0" y="1994737"/>
                </a:cubicBezTo>
                <a:lnTo>
                  <a:pt x="0" y="281139"/>
                </a:lnTo>
                <a:cubicBezTo>
                  <a:pt x="0" y="125870"/>
                  <a:pt x="125870" y="0"/>
                  <a:pt x="281139" y="0"/>
                </a:cubicBezTo>
                <a:close/>
              </a:path>
            </a:pathLst>
          </a:custGeom>
          <a:gradFill>
            <a:gsLst>
              <a:gs pos="51000">
                <a:srgbClr val="0A50AB"/>
              </a:gs>
              <a:gs pos="100000">
                <a:srgbClr val="0D7EDC"/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>
            <a:outerShdw blurRad="254000" dist="381000" dir="5400000" sx="90000" sy="90000" algn="t" rotWithShape="0">
              <a:srgbClr val="0A50AB">
                <a:alpha val="25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vivo Sans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E8B3848-66DA-99B7-EC35-24649F26AE5E}"/>
              </a:ext>
            </a:extLst>
          </p:cNvPr>
          <p:cNvSpPr txBox="1"/>
          <p:nvPr/>
        </p:nvSpPr>
        <p:spPr>
          <a:xfrm>
            <a:off x="1017785" y="3170684"/>
            <a:ext cx="5172699" cy="1541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zh-CN" altLang="en-US" sz="2000" dirty="0">
                <a:solidFill>
                  <a:prstClr val="white"/>
                </a:solidFill>
                <a:latin typeface="vivo Sans Bold"/>
                <a:ea typeface="vivo Sans Bold"/>
              </a:rPr>
              <a:t>“每一个伟大的梦想，都始于一个勇敢的开始。在科技的世界里，创新是我们前行的灯塔，照亮未知的领域，引领我们走向更智能、更美好的未来。”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5C19C9-EB6A-6205-48EB-0D0DB9E94237}"/>
              </a:ext>
            </a:extLst>
          </p:cNvPr>
          <p:cNvSpPr txBox="1"/>
          <p:nvPr/>
        </p:nvSpPr>
        <p:spPr>
          <a:xfrm>
            <a:off x="10709965" y="111142"/>
            <a:ext cx="1083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0070C0"/>
                </a:solidFill>
                <a:latin typeface="微软雅黑"/>
                <a:ea typeface="微软雅黑"/>
              </a:rPr>
              <a:t>LOGO</a:t>
            </a:r>
            <a:endParaRPr lang="zh-CN" altLang="en-US" sz="2400" b="1" dirty="0">
              <a:solidFill>
                <a:srgbClr val="0070C0"/>
              </a:solidFill>
              <a:latin typeface="微软雅黑"/>
              <a:ea typeface="微软雅黑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7806460-4F95-5B7A-35F9-88A683AFA01F}"/>
              </a:ext>
            </a:extLst>
          </p:cNvPr>
          <p:cNvSpPr txBox="1"/>
          <p:nvPr/>
        </p:nvSpPr>
        <p:spPr>
          <a:xfrm>
            <a:off x="398661" y="11114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0070C0"/>
                </a:solidFill>
                <a:latin typeface="微软雅黑"/>
                <a:ea typeface="微软雅黑"/>
              </a:rPr>
              <a:t>输入大标题</a:t>
            </a:r>
          </a:p>
        </p:txBody>
      </p:sp>
    </p:spTree>
    <p:extLst>
      <p:ext uri="{BB962C8B-B14F-4D97-AF65-F5344CB8AC3E}">
        <p14:creationId xmlns:p14="http://schemas.microsoft.com/office/powerpoint/2010/main" val="45201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vivo Sans</vt:lpstr>
      <vt:lpstr>vivo Sans Bold</vt:lpstr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1198611347@qq.com</dc:creator>
  <cp:lastModifiedBy>1198611347@qq.com</cp:lastModifiedBy>
  <cp:revision>1</cp:revision>
  <dcterms:created xsi:type="dcterms:W3CDTF">2025-05-03T07:27:10Z</dcterms:created>
  <dcterms:modified xsi:type="dcterms:W3CDTF">2025-05-03T07:27:17Z</dcterms:modified>
</cp:coreProperties>
</file>