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60" d="100"/>
          <a:sy n="60" d="100"/>
        </p:scale>
        <p:origin x="-279"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F45E39-8DBA-CF83-A0DB-CADB11832C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83B8F2F-3C7F-1FAD-E4D7-E3D7653737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9A07EC2-6CC8-84BA-B97A-21C70F02042C}"/>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5" name="页脚占位符 4">
            <a:extLst>
              <a:ext uri="{FF2B5EF4-FFF2-40B4-BE49-F238E27FC236}">
                <a16:creationId xmlns:a16="http://schemas.microsoft.com/office/drawing/2014/main" id="{5C9E3CEF-24A4-C2F0-BB31-3EF94A6448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CFFA0D-99F2-BE57-83FA-52995B480BD9}"/>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1003981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991EAC-5426-0D42-AD94-96FE22CFCA4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F4892E9-7A6D-FF08-370B-0440D77C1B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553476-227E-CC80-3CD2-0CDAB755AB33}"/>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5" name="页脚占位符 4">
            <a:extLst>
              <a:ext uri="{FF2B5EF4-FFF2-40B4-BE49-F238E27FC236}">
                <a16:creationId xmlns:a16="http://schemas.microsoft.com/office/drawing/2014/main" id="{9237A9C1-27E7-4CA7-57B5-8B3FA0B89F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54F75-4EEB-E3FA-8C97-3C779E9B8AF7}"/>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185360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15338D-243E-B780-8DE5-4277A17B7B1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B7DDD34-FDA5-263C-A832-DBA3720DF8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DF1AAF7-6A5F-FCAF-F6BB-6EA0D939A095}"/>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5" name="页脚占位符 4">
            <a:extLst>
              <a:ext uri="{FF2B5EF4-FFF2-40B4-BE49-F238E27FC236}">
                <a16:creationId xmlns:a16="http://schemas.microsoft.com/office/drawing/2014/main" id="{1E397793-DD36-61B8-7612-10EFF70D96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F033F6-F11C-5D67-2F3E-AD81CDC101BD}"/>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1221267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5F44B6-FF3C-EB81-6196-B79123B4980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819F95-8721-8E15-798F-7689DA6C282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FE93C61-7142-3EE9-03EB-D0F6ED84037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41AF966-D9CB-6746-815C-C75B1F9ED3D1}"/>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6" name="页脚占位符 5">
            <a:extLst>
              <a:ext uri="{FF2B5EF4-FFF2-40B4-BE49-F238E27FC236}">
                <a16:creationId xmlns:a16="http://schemas.microsoft.com/office/drawing/2014/main" id="{9B8B0161-61ED-3F96-C868-3CE9F928812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4DEA66C-EECA-EB07-242F-69C6A771A21C}"/>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917708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2212B-FDE6-E9D7-042C-72A627908BE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A2C48FD-321E-C259-08CE-EDC0F84FEC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7BE760A-6CB1-A9EE-5B06-9D4289C4EDA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C610266-6D8B-4A4B-F86D-4CCD05504E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E3EB248-C630-2EAA-FDCA-53E1756F81F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2464E8D-B094-592C-4B55-76D7DAF133F4}"/>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8" name="页脚占位符 7">
            <a:extLst>
              <a:ext uri="{FF2B5EF4-FFF2-40B4-BE49-F238E27FC236}">
                <a16:creationId xmlns:a16="http://schemas.microsoft.com/office/drawing/2014/main" id="{070F1C61-1C94-419C-0C1D-075B735872D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5AC3E47-847C-2D9E-75BA-47CE8DB7C108}"/>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3634417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8A918-BA9E-4067-7D25-EAE3A49944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73C17B3-042F-8CC2-B78C-7A927259E632}"/>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4" name="页脚占位符 3">
            <a:extLst>
              <a:ext uri="{FF2B5EF4-FFF2-40B4-BE49-F238E27FC236}">
                <a16:creationId xmlns:a16="http://schemas.microsoft.com/office/drawing/2014/main" id="{AF69DD26-1D61-6FE1-185E-8C50774B6F5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B5C357E-5169-09D5-68F0-11D2D111E799}"/>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252120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4F9FC26-B339-C831-9C26-02E0D7D1B7CB}"/>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3" name="页脚占位符 2">
            <a:extLst>
              <a:ext uri="{FF2B5EF4-FFF2-40B4-BE49-F238E27FC236}">
                <a16:creationId xmlns:a16="http://schemas.microsoft.com/office/drawing/2014/main" id="{C08C73BB-3656-51A6-A908-3DF99D6F2EF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4CD13B7-3848-CEE1-7171-AC6CF7BF4137}"/>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1278394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B6AEDB-610A-3671-F31B-6C4B75DC485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8422126-77B1-A738-9F44-8E6B353895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88BACDD-6963-4D0F-D3FA-EA4A1E5D42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5CF85D8-3BEE-00FD-E78F-A92D803DC21C}"/>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6" name="页脚占位符 5">
            <a:extLst>
              <a:ext uri="{FF2B5EF4-FFF2-40B4-BE49-F238E27FC236}">
                <a16:creationId xmlns:a16="http://schemas.microsoft.com/office/drawing/2014/main" id="{C2DCFB57-F890-06A3-8124-9FABCF2C78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87713B-D98F-F0E2-3064-530D6AA0ECAB}"/>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3106439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BB5606-A723-5A21-2B50-47A95084F0A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9E7CF51-45B3-B768-A306-633893AD94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8945765-C8D0-A5F7-CB61-FE3B641F0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2D0B92-B2B0-0E3C-151F-3B5ADF76F24A}"/>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6" name="页脚占位符 5">
            <a:extLst>
              <a:ext uri="{FF2B5EF4-FFF2-40B4-BE49-F238E27FC236}">
                <a16:creationId xmlns:a16="http://schemas.microsoft.com/office/drawing/2014/main" id="{308A731A-4ED3-8EFB-221A-5F7056874C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482F73-AECB-14FE-51C8-57138A2AD7A4}"/>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3517460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6A0C2-1AB7-08DD-0C19-0F7059AC7A6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DF6E743-8388-ED1B-D538-76430B39957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187404-841A-AD98-E3D5-E8A38B6D0FDE}"/>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5" name="页脚占位符 4">
            <a:extLst>
              <a:ext uri="{FF2B5EF4-FFF2-40B4-BE49-F238E27FC236}">
                <a16:creationId xmlns:a16="http://schemas.microsoft.com/office/drawing/2014/main" id="{5A72DCC4-5F83-BB30-0064-8CCBCD5FFD9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44B89A-DFC2-8E87-2324-690AFEACF06E}"/>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1651191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A3AA4A5-31CB-A795-3298-AE0A4761B5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6AE25C3-EBD1-420E-0110-4C514FF74D5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6BCD4A-68BD-3E20-B3BA-337C88792885}"/>
              </a:ext>
            </a:extLst>
          </p:cNvPr>
          <p:cNvSpPr>
            <a:spLocks noGrp="1"/>
          </p:cNvSpPr>
          <p:nvPr>
            <p:ph type="dt" sz="half" idx="10"/>
          </p:nvPr>
        </p:nvSpPr>
        <p:spPr/>
        <p:txBody>
          <a:bodyPr/>
          <a:lstStyle/>
          <a:p>
            <a:fld id="{65A4949B-433D-41DD-A285-92A8F42F6DA0}" type="datetimeFigureOut">
              <a:rPr lang="zh-CN" altLang="en-US" smtClean="0"/>
              <a:t>2025/5/2</a:t>
            </a:fld>
            <a:endParaRPr lang="zh-CN" altLang="en-US"/>
          </a:p>
        </p:txBody>
      </p:sp>
      <p:sp>
        <p:nvSpPr>
          <p:cNvPr id="5" name="页脚占位符 4">
            <a:extLst>
              <a:ext uri="{FF2B5EF4-FFF2-40B4-BE49-F238E27FC236}">
                <a16:creationId xmlns:a16="http://schemas.microsoft.com/office/drawing/2014/main" id="{92467745-8989-EABB-3E83-695F30D76A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6CBF2B-F40A-F665-A944-511AF17740A5}"/>
              </a:ext>
            </a:extLst>
          </p:cNvPr>
          <p:cNvSpPr>
            <a:spLocks noGrp="1"/>
          </p:cNvSpPr>
          <p:nvPr>
            <p:ph type="sldNum" sz="quarter" idx="12"/>
          </p:nvPr>
        </p:nvSpPr>
        <p:spPr/>
        <p:txBody>
          <a:body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336459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421DDB2-8DE2-2223-230E-5DAB31A25E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929FBC2-E71C-7F64-6DCA-432BA624F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3F2FB3-E620-2A42-ED43-63F1B85E4D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4949B-433D-41DD-A285-92A8F42F6DA0}" type="datetimeFigureOut">
              <a:rPr lang="zh-CN" altLang="en-US" smtClean="0"/>
              <a:t>2025/5/2</a:t>
            </a:fld>
            <a:endParaRPr lang="zh-CN" altLang="en-US"/>
          </a:p>
        </p:txBody>
      </p:sp>
      <p:sp>
        <p:nvSpPr>
          <p:cNvPr id="5" name="页脚占位符 4">
            <a:extLst>
              <a:ext uri="{FF2B5EF4-FFF2-40B4-BE49-F238E27FC236}">
                <a16:creationId xmlns:a16="http://schemas.microsoft.com/office/drawing/2014/main" id="{ADD421A4-8FF8-9666-9664-C4614DA4A9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8AF3730-F4CF-696A-8254-8FFFA8E783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BE77C9-EDB8-4C18-B123-15E761E53B3F}" type="slidenum">
              <a:rPr lang="zh-CN" altLang="en-US" smtClean="0"/>
              <a:t>‹#›</a:t>
            </a:fld>
            <a:endParaRPr lang="zh-CN" altLang="en-US"/>
          </a:p>
        </p:txBody>
      </p:sp>
    </p:spTree>
    <p:extLst>
      <p:ext uri="{BB962C8B-B14F-4D97-AF65-F5344CB8AC3E}">
        <p14:creationId xmlns:p14="http://schemas.microsoft.com/office/powerpoint/2010/main" val="4052632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804A9C8B-7CE4-E00C-96E4-C5F5F7D148A6}"/>
              </a:ext>
            </a:extLst>
          </p:cNvPr>
          <p:cNvGrpSpPr/>
          <p:nvPr/>
        </p:nvGrpSpPr>
        <p:grpSpPr>
          <a:xfrm>
            <a:off x="-15096" y="6037940"/>
            <a:ext cx="12236726" cy="847310"/>
            <a:chOff x="-15096" y="6037940"/>
            <a:chExt cx="12236726" cy="847310"/>
          </a:xfrm>
        </p:grpSpPr>
        <p:sp>
          <p:nvSpPr>
            <p:cNvPr id="5" name="矩形 8">
              <a:extLst>
                <a:ext uri="{FF2B5EF4-FFF2-40B4-BE49-F238E27FC236}">
                  <a16:creationId xmlns:a16="http://schemas.microsoft.com/office/drawing/2014/main" id="{3CC3E1AC-9214-973E-B6CF-F62293BCB898}"/>
                </a:ext>
              </a:extLst>
            </p:cNvPr>
            <p:cNvSpPr/>
            <p:nvPr/>
          </p:nvSpPr>
          <p:spPr>
            <a:xfrm>
              <a:off x="-15096" y="6037940"/>
              <a:ext cx="12236726" cy="847310"/>
            </a:xfrm>
            <a:custGeom>
              <a:avLst/>
              <a:gdLst>
                <a:gd name="connsiteX0" fmla="*/ 0 w 6267450"/>
                <a:gd name="connsiteY0" fmla="*/ 0 h 117337"/>
                <a:gd name="connsiteX1" fmla="*/ 6267450 w 6267450"/>
                <a:gd name="connsiteY1" fmla="*/ 0 h 117337"/>
                <a:gd name="connsiteX2" fmla="*/ 6267450 w 6267450"/>
                <a:gd name="connsiteY2" fmla="*/ 117337 h 117337"/>
                <a:gd name="connsiteX3" fmla="*/ 0 w 6267450"/>
                <a:gd name="connsiteY3" fmla="*/ 117337 h 117337"/>
                <a:gd name="connsiteX4" fmla="*/ 0 w 6267450"/>
                <a:gd name="connsiteY4" fmla="*/ 0 h 11733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551677"/>
                <a:gd name="connsiteX1" fmla="*/ 6267450 w 6267450"/>
                <a:gd name="connsiteY1" fmla="*/ 434340 h 551677"/>
                <a:gd name="connsiteX2" fmla="*/ 6267450 w 6267450"/>
                <a:gd name="connsiteY2" fmla="*/ 551677 h 551677"/>
                <a:gd name="connsiteX3" fmla="*/ 0 w 6267450"/>
                <a:gd name="connsiteY3" fmla="*/ 551677 h 551677"/>
                <a:gd name="connsiteX4" fmla="*/ 0 w 6267450"/>
                <a:gd name="connsiteY4" fmla="*/ 0 h 551677"/>
                <a:gd name="connsiteX0" fmla="*/ 0 w 6267450"/>
                <a:gd name="connsiteY0" fmla="*/ 0 h 551677"/>
                <a:gd name="connsiteX1" fmla="*/ 6267450 w 6267450"/>
                <a:gd name="connsiteY1" fmla="*/ 434340 h 551677"/>
                <a:gd name="connsiteX2" fmla="*/ 6267450 w 6267450"/>
                <a:gd name="connsiteY2" fmla="*/ 551677 h 551677"/>
                <a:gd name="connsiteX3" fmla="*/ 0 w 6267450"/>
                <a:gd name="connsiteY3" fmla="*/ 551677 h 551677"/>
                <a:gd name="connsiteX4" fmla="*/ 0 w 6267450"/>
                <a:gd name="connsiteY4" fmla="*/ 0 h 55167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50737"/>
                <a:gd name="connsiteX1" fmla="*/ 6282690 w 6282690"/>
                <a:gd name="connsiteY1" fmla="*/ 533400 h 650737"/>
                <a:gd name="connsiteX2" fmla="*/ 6282690 w 6282690"/>
                <a:gd name="connsiteY2" fmla="*/ 650737 h 650737"/>
                <a:gd name="connsiteX3" fmla="*/ 15240 w 6282690"/>
                <a:gd name="connsiteY3" fmla="*/ 650737 h 650737"/>
                <a:gd name="connsiteX4" fmla="*/ 0 w 6282690"/>
                <a:gd name="connsiteY4" fmla="*/ 0 h 650737"/>
                <a:gd name="connsiteX0" fmla="*/ 0 w 6282690"/>
                <a:gd name="connsiteY0" fmla="*/ 0 h 650737"/>
                <a:gd name="connsiteX1" fmla="*/ 6282690 w 6282690"/>
                <a:gd name="connsiteY1" fmla="*/ 533400 h 650737"/>
                <a:gd name="connsiteX2" fmla="*/ 6282690 w 6282690"/>
                <a:gd name="connsiteY2" fmla="*/ 650737 h 650737"/>
                <a:gd name="connsiteX3" fmla="*/ 15240 w 6282690"/>
                <a:gd name="connsiteY3" fmla="*/ 650737 h 650737"/>
                <a:gd name="connsiteX4" fmla="*/ 0 w 6282690"/>
                <a:gd name="connsiteY4" fmla="*/ 0 h 650737"/>
                <a:gd name="connsiteX0" fmla="*/ 0 w 6282690"/>
                <a:gd name="connsiteY0" fmla="*/ 0 h 650737"/>
                <a:gd name="connsiteX1" fmla="*/ 6275070 w 6282690"/>
                <a:gd name="connsiteY1" fmla="*/ 514629 h 650737"/>
                <a:gd name="connsiteX2" fmla="*/ 6282690 w 6282690"/>
                <a:gd name="connsiteY2" fmla="*/ 650737 h 650737"/>
                <a:gd name="connsiteX3" fmla="*/ 15240 w 6282690"/>
                <a:gd name="connsiteY3" fmla="*/ 650737 h 650737"/>
                <a:gd name="connsiteX4" fmla="*/ 0 w 6282690"/>
                <a:gd name="connsiteY4" fmla="*/ 0 h 650737"/>
                <a:gd name="connsiteX0" fmla="*/ 7170 w 6289860"/>
                <a:gd name="connsiteY0" fmla="*/ 0 h 650737"/>
                <a:gd name="connsiteX1" fmla="*/ 6282240 w 6289860"/>
                <a:gd name="connsiteY1" fmla="*/ 514629 h 650737"/>
                <a:gd name="connsiteX2" fmla="*/ 6289860 w 6289860"/>
                <a:gd name="connsiteY2" fmla="*/ 650737 h 650737"/>
                <a:gd name="connsiteX3" fmla="*/ 0 w 6289860"/>
                <a:gd name="connsiteY3" fmla="*/ 650737 h 650737"/>
                <a:gd name="connsiteX4" fmla="*/ 7170 w 6289860"/>
                <a:gd name="connsiteY4" fmla="*/ 0 h 650737"/>
                <a:gd name="connsiteX0" fmla="*/ 7170 w 6289860"/>
                <a:gd name="connsiteY0" fmla="*/ 0 h 703277"/>
                <a:gd name="connsiteX1" fmla="*/ 6282240 w 6289860"/>
                <a:gd name="connsiteY1" fmla="*/ 514629 h 703277"/>
                <a:gd name="connsiteX2" fmla="*/ 6289860 w 6289860"/>
                <a:gd name="connsiteY2" fmla="*/ 650737 h 703277"/>
                <a:gd name="connsiteX3" fmla="*/ 0 w 6289860"/>
                <a:gd name="connsiteY3" fmla="*/ 703277 h 703277"/>
                <a:gd name="connsiteX4" fmla="*/ 7170 w 6289860"/>
                <a:gd name="connsiteY4" fmla="*/ 0 h 703277"/>
                <a:gd name="connsiteX0" fmla="*/ 7170 w 6289860"/>
                <a:gd name="connsiteY0" fmla="*/ 0 h 703277"/>
                <a:gd name="connsiteX1" fmla="*/ 6282240 w 6289860"/>
                <a:gd name="connsiteY1" fmla="*/ 514629 h 703277"/>
                <a:gd name="connsiteX2" fmla="*/ 6289860 w 6289860"/>
                <a:gd name="connsiteY2" fmla="*/ 690142 h 703277"/>
                <a:gd name="connsiteX3" fmla="*/ 0 w 6289860"/>
                <a:gd name="connsiteY3" fmla="*/ 703277 h 703277"/>
                <a:gd name="connsiteX4" fmla="*/ 7170 w 6289860"/>
                <a:gd name="connsiteY4" fmla="*/ 0 h 703277"/>
                <a:gd name="connsiteX0" fmla="*/ 7170 w 6289860"/>
                <a:gd name="connsiteY0" fmla="*/ 0 h 703277"/>
                <a:gd name="connsiteX1" fmla="*/ 6282240 w 6289860"/>
                <a:gd name="connsiteY1" fmla="*/ 514629 h 703277"/>
                <a:gd name="connsiteX2" fmla="*/ 6289860 w 6289860"/>
                <a:gd name="connsiteY2" fmla="*/ 690142 h 703277"/>
                <a:gd name="connsiteX3" fmla="*/ 0 w 6289860"/>
                <a:gd name="connsiteY3" fmla="*/ 703277 h 703277"/>
                <a:gd name="connsiteX4" fmla="*/ 7170 w 6289860"/>
                <a:gd name="connsiteY4" fmla="*/ 0 h 703277"/>
                <a:gd name="connsiteX0" fmla="*/ 7170 w 6289860"/>
                <a:gd name="connsiteY0" fmla="*/ 0 h 703277"/>
                <a:gd name="connsiteX1" fmla="*/ 6282240 w 6289860"/>
                <a:gd name="connsiteY1" fmla="*/ 514629 h 703277"/>
                <a:gd name="connsiteX2" fmla="*/ 6289860 w 6289860"/>
                <a:gd name="connsiteY2" fmla="*/ 690142 h 703277"/>
                <a:gd name="connsiteX3" fmla="*/ 0 w 6289860"/>
                <a:gd name="connsiteY3" fmla="*/ 703277 h 703277"/>
                <a:gd name="connsiteX4" fmla="*/ 7170 w 6289860"/>
                <a:gd name="connsiteY4" fmla="*/ 0 h 703277"/>
                <a:gd name="connsiteX0" fmla="*/ 7170 w 6289860"/>
                <a:gd name="connsiteY0" fmla="*/ 0 h 703277"/>
                <a:gd name="connsiteX1" fmla="*/ 6282240 w 6289860"/>
                <a:gd name="connsiteY1" fmla="*/ 514629 h 703277"/>
                <a:gd name="connsiteX2" fmla="*/ 6289860 w 6289860"/>
                <a:gd name="connsiteY2" fmla="*/ 690142 h 703277"/>
                <a:gd name="connsiteX3" fmla="*/ 0 w 6289860"/>
                <a:gd name="connsiteY3" fmla="*/ 703277 h 703277"/>
                <a:gd name="connsiteX4" fmla="*/ 7170 w 6289860"/>
                <a:gd name="connsiteY4" fmla="*/ 0 h 703277"/>
                <a:gd name="connsiteX0" fmla="*/ 7170 w 6289860"/>
                <a:gd name="connsiteY0" fmla="*/ 0 h 703277"/>
                <a:gd name="connsiteX1" fmla="*/ 6282240 w 6289860"/>
                <a:gd name="connsiteY1" fmla="*/ 514629 h 703277"/>
                <a:gd name="connsiteX2" fmla="*/ 6289860 w 6289860"/>
                <a:gd name="connsiteY2" fmla="*/ 690142 h 703277"/>
                <a:gd name="connsiteX3" fmla="*/ 0 w 6289860"/>
                <a:gd name="connsiteY3" fmla="*/ 703277 h 703277"/>
                <a:gd name="connsiteX4" fmla="*/ 7170 w 6289860"/>
                <a:gd name="connsiteY4" fmla="*/ 0 h 703277"/>
                <a:gd name="connsiteX0" fmla="*/ 0 w 6297629"/>
                <a:gd name="connsiteY0" fmla="*/ 0 h 462900"/>
                <a:gd name="connsiteX1" fmla="*/ 6290009 w 6297629"/>
                <a:gd name="connsiteY1" fmla="*/ 146849 h 462900"/>
                <a:gd name="connsiteX2" fmla="*/ 6297629 w 6297629"/>
                <a:gd name="connsiteY2" fmla="*/ 322362 h 462900"/>
                <a:gd name="connsiteX3" fmla="*/ 7769 w 6297629"/>
                <a:gd name="connsiteY3" fmla="*/ 335497 h 462900"/>
                <a:gd name="connsiteX4" fmla="*/ 0 w 6297629"/>
                <a:gd name="connsiteY4" fmla="*/ 0 h 462900"/>
                <a:gd name="connsiteX0" fmla="*/ 0 w 6297629"/>
                <a:gd name="connsiteY0" fmla="*/ 0 h 335497"/>
                <a:gd name="connsiteX1" fmla="*/ 6290009 w 6297629"/>
                <a:gd name="connsiteY1" fmla="*/ 146849 h 335497"/>
                <a:gd name="connsiteX2" fmla="*/ 6297629 w 6297629"/>
                <a:gd name="connsiteY2" fmla="*/ 322362 h 335497"/>
                <a:gd name="connsiteX3" fmla="*/ 7769 w 6297629"/>
                <a:gd name="connsiteY3" fmla="*/ 335497 h 335497"/>
                <a:gd name="connsiteX4" fmla="*/ 0 w 6297629"/>
                <a:gd name="connsiteY4" fmla="*/ 0 h 335497"/>
                <a:gd name="connsiteX0" fmla="*/ 0 w 6297629"/>
                <a:gd name="connsiteY0" fmla="*/ 0 h 335497"/>
                <a:gd name="connsiteX1" fmla="*/ 6290009 w 6297629"/>
                <a:gd name="connsiteY1" fmla="*/ 124387 h 335497"/>
                <a:gd name="connsiteX2" fmla="*/ 6297629 w 6297629"/>
                <a:gd name="connsiteY2" fmla="*/ 322362 h 335497"/>
                <a:gd name="connsiteX3" fmla="*/ 7769 w 6297629"/>
                <a:gd name="connsiteY3" fmla="*/ 335497 h 335497"/>
                <a:gd name="connsiteX4" fmla="*/ 0 w 6297629"/>
                <a:gd name="connsiteY4" fmla="*/ 0 h 335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7629" h="335497">
                  <a:moveTo>
                    <a:pt x="0" y="0"/>
                  </a:moveTo>
                  <a:cubicBezTo>
                    <a:pt x="2036712" y="327058"/>
                    <a:pt x="4707918" y="369168"/>
                    <a:pt x="6290009" y="124387"/>
                  </a:cubicBezTo>
                  <a:lnTo>
                    <a:pt x="6297629" y="322362"/>
                  </a:lnTo>
                  <a:lnTo>
                    <a:pt x="7769" y="335497"/>
                  </a:lnTo>
                  <a:lnTo>
                    <a:pt x="0" y="0"/>
                  </a:lnTo>
                  <a:close/>
                </a:path>
              </a:pathLst>
            </a:custGeom>
            <a:gradFill flip="none" rotWithShape="1">
              <a:gsLst>
                <a:gs pos="7339">
                  <a:srgbClr val="0070C0">
                    <a:lumMod val="60000"/>
                    <a:lumOff val="40000"/>
                  </a:srgbClr>
                </a:gs>
                <a:gs pos="100000">
                  <a:srgbClr val="0070C0">
                    <a:lumMod val="20000"/>
                    <a:lumOff val="80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sp>
          <p:nvSpPr>
            <p:cNvPr id="6" name="矩形 8">
              <a:extLst>
                <a:ext uri="{FF2B5EF4-FFF2-40B4-BE49-F238E27FC236}">
                  <a16:creationId xmlns:a16="http://schemas.microsoft.com/office/drawing/2014/main" id="{02B9B5C3-EFE3-9088-B734-EF657A7DB796}"/>
                </a:ext>
              </a:extLst>
            </p:cNvPr>
            <p:cNvSpPr/>
            <p:nvPr/>
          </p:nvSpPr>
          <p:spPr>
            <a:xfrm>
              <a:off x="-14516" y="6144409"/>
              <a:ext cx="12222213" cy="740840"/>
            </a:xfrm>
            <a:custGeom>
              <a:avLst/>
              <a:gdLst>
                <a:gd name="connsiteX0" fmla="*/ 0 w 6267450"/>
                <a:gd name="connsiteY0" fmla="*/ 0 h 117337"/>
                <a:gd name="connsiteX1" fmla="*/ 6267450 w 6267450"/>
                <a:gd name="connsiteY1" fmla="*/ 0 h 117337"/>
                <a:gd name="connsiteX2" fmla="*/ 6267450 w 6267450"/>
                <a:gd name="connsiteY2" fmla="*/ 117337 h 117337"/>
                <a:gd name="connsiteX3" fmla="*/ 0 w 6267450"/>
                <a:gd name="connsiteY3" fmla="*/ 117337 h 117337"/>
                <a:gd name="connsiteX4" fmla="*/ 0 w 6267450"/>
                <a:gd name="connsiteY4" fmla="*/ 0 h 11733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429757"/>
                <a:gd name="connsiteX1" fmla="*/ 6267450 w 6267450"/>
                <a:gd name="connsiteY1" fmla="*/ 312420 h 429757"/>
                <a:gd name="connsiteX2" fmla="*/ 6267450 w 6267450"/>
                <a:gd name="connsiteY2" fmla="*/ 429757 h 429757"/>
                <a:gd name="connsiteX3" fmla="*/ 0 w 6267450"/>
                <a:gd name="connsiteY3" fmla="*/ 429757 h 429757"/>
                <a:gd name="connsiteX4" fmla="*/ 0 w 6267450"/>
                <a:gd name="connsiteY4" fmla="*/ 0 h 429757"/>
                <a:gd name="connsiteX0" fmla="*/ 0 w 6267450"/>
                <a:gd name="connsiteY0" fmla="*/ 0 h 551677"/>
                <a:gd name="connsiteX1" fmla="*/ 6267450 w 6267450"/>
                <a:gd name="connsiteY1" fmla="*/ 434340 h 551677"/>
                <a:gd name="connsiteX2" fmla="*/ 6267450 w 6267450"/>
                <a:gd name="connsiteY2" fmla="*/ 551677 h 551677"/>
                <a:gd name="connsiteX3" fmla="*/ 0 w 6267450"/>
                <a:gd name="connsiteY3" fmla="*/ 551677 h 551677"/>
                <a:gd name="connsiteX4" fmla="*/ 0 w 6267450"/>
                <a:gd name="connsiteY4" fmla="*/ 0 h 551677"/>
                <a:gd name="connsiteX0" fmla="*/ 0 w 6267450"/>
                <a:gd name="connsiteY0" fmla="*/ 0 h 551677"/>
                <a:gd name="connsiteX1" fmla="*/ 6267450 w 6267450"/>
                <a:gd name="connsiteY1" fmla="*/ 434340 h 551677"/>
                <a:gd name="connsiteX2" fmla="*/ 6267450 w 6267450"/>
                <a:gd name="connsiteY2" fmla="*/ 551677 h 551677"/>
                <a:gd name="connsiteX3" fmla="*/ 0 w 6267450"/>
                <a:gd name="connsiteY3" fmla="*/ 551677 h 551677"/>
                <a:gd name="connsiteX4" fmla="*/ 0 w 6267450"/>
                <a:gd name="connsiteY4" fmla="*/ 0 h 55167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20257"/>
                <a:gd name="connsiteX1" fmla="*/ 6282690 w 6282690"/>
                <a:gd name="connsiteY1" fmla="*/ 502920 h 620257"/>
                <a:gd name="connsiteX2" fmla="*/ 6282690 w 6282690"/>
                <a:gd name="connsiteY2" fmla="*/ 620257 h 620257"/>
                <a:gd name="connsiteX3" fmla="*/ 15240 w 6282690"/>
                <a:gd name="connsiteY3" fmla="*/ 620257 h 620257"/>
                <a:gd name="connsiteX4" fmla="*/ 0 w 6282690"/>
                <a:gd name="connsiteY4" fmla="*/ 0 h 620257"/>
                <a:gd name="connsiteX0" fmla="*/ 0 w 6282690"/>
                <a:gd name="connsiteY0" fmla="*/ 0 h 650737"/>
                <a:gd name="connsiteX1" fmla="*/ 6282690 w 6282690"/>
                <a:gd name="connsiteY1" fmla="*/ 533400 h 650737"/>
                <a:gd name="connsiteX2" fmla="*/ 6282690 w 6282690"/>
                <a:gd name="connsiteY2" fmla="*/ 650737 h 650737"/>
                <a:gd name="connsiteX3" fmla="*/ 15240 w 6282690"/>
                <a:gd name="connsiteY3" fmla="*/ 650737 h 650737"/>
                <a:gd name="connsiteX4" fmla="*/ 0 w 6282690"/>
                <a:gd name="connsiteY4" fmla="*/ 0 h 650737"/>
                <a:gd name="connsiteX0" fmla="*/ 0 w 6282690"/>
                <a:gd name="connsiteY0" fmla="*/ 0 h 650737"/>
                <a:gd name="connsiteX1" fmla="*/ 6282690 w 6282690"/>
                <a:gd name="connsiteY1" fmla="*/ 533400 h 650737"/>
                <a:gd name="connsiteX2" fmla="*/ 6282690 w 6282690"/>
                <a:gd name="connsiteY2" fmla="*/ 650737 h 650737"/>
                <a:gd name="connsiteX3" fmla="*/ 15240 w 6282690"/>
                <a:gd name="connsiteY3" fmla="*/ 650737 h 650737"/>
                <a:gd name="connsiteX4" fmla="*/ 0 w 6282690"/>
                <a:gd name="connsiteY4" fmla="*/ 0 h 650737"/>
                <a:gd name="connsiteX0" fmla="*/ 0 w 6282690"/>
                <a:gd name="connsiteY0" fmla="*/ 0 h 650737"/>
                <a:gd name="connsiteX1" fmla="*/ 6275070 w 6282690"/>
                <a:gd name="connsiteY1" fmla="*/ 514629 h 650737"/>
                <a:gd name="connsiteX2" fmla="*/ 6282690 w 6282690"/>
                <a:gd name="connsiteY2" fmla="*/ 650737 h 650737"/>
                <a:gd name="connsiteX3" fmla="*/ 15240 w 6282690"/>
                <a:gd name="connsiteY3" fmla="*/ 650737 h 650737"/>
                <a:gd name="connsiteX4" fmla="*/ 0 w 6282690"/>
                <a:gd name="connsiteY4" fmla="*/ 0 h 650737"/>
                <a:gd name="connsiteX0" fmla="*/ 7170 w 6289860"/>
                <a:gd name="connsiteY0" fmla="*/ 0 h 650737"/>
                <a:gd name="connsiteX1" fmla="*/ 6282240 w 6289860"/>
                <a:gd name="connsiteY1" fmla="*/ 514629 h 650737"/>
                <a:gd name="connsiteX2" fmla="*/ 6289860 w 6289860"/>
                <a:gd name="connsiteY2" fmla="*/ 650737 h 650737"/>
                <a:gd name="connsiteX3" fmla="*/ 0 w 6289860"/>
                <a:gd name="connsiteY3" fmla="*/ 650737 h 650737"/>
                <a:gd name="connsiteX4" fmla="*/ 7170 w 6289860"/>
                <a:gd name="connsiteY4" fmla="*/ 0 h 650737"/>
                <a:gd name="connsiteX0" fmla="*/ 29579 w 6289860"/>
                <a:gd name="connsiteY0" fmla="*/ 0 h 395423"/>
                <a:gd name="connsiteX1" fmla="*/ 6282240 w 6289860"/>
                <a:gd name="connsiteY1" fmla="*/ 66867 h 395423"/>
                <a:gd name="connsiteX2" fmla="*/ 6289860 w 6289860"/>
                <a:gd name="connsiteY2" fmla="*/ 202975 h 395423"/>
                <a:gd name="connsiteX3" fmla="*/ 0 w 6289860"/>
                <a:gd name="connsiteY3" fmla="*/ 202975 h 395423"/>
                <a:gd name="connsiteX4" fmla="*/ 29579 w 6289860"/>
                <a:gd name="connsiteY4" fmla="*/ 0 h 395423"/>
                <a:gd name="connsiteX0" fmla="*/ 29579 w 6289860"/>
                <a:gd name="connsiteY0" fmla="*/ 0 h 202975"/>
                <a:gd name="connsiteX1" fmla="*/ 6282240 w 6289860"/>
                <a:gd name="connsiteY1" fmla="*/ 66867 h 202975"/>
                <a:gd name="connsiteX2" fmla="*/ 6289860 w 6289860"/>
                <a:gd name="connsiteY2" fmla="*/ 202975 h 202975"/>
                <a:gd name="connsiteX3" fmla="*/ 0 w 6289860"/>
                <a:gd name="connsiteY3" fmla="*/ 202975 h 202975"/>
                <a:gd name="connsiteX4" fmla="*/ 29579 w 6289860"/>
                <a:gd name="connsiteY4" fmla="*/ 0 h 202975"/>
                <a:gd name="connsiteX0" fmla="*/ 0 w 6290160"/>
                <a:gd name="connsiteY0" fmla="*/ 0 h 227510"/>
                <a:gd name="connsiteX1" fmla="*/ 6282540 w 6290160"/>
                <a:gd name="connsiteY1" fmla="*/ 91402 h 227510"/>
                <a:gd name="connsiteX2" fmla="*/ 6290160 w 6290160"/>
                <a:gd name="connsiteY2" fmla="*/ 227510 h 227510"/>
                <a:gd name="connsiteX3" fmla="*/ 300 w 6290160"/>
                <a:gd name="connsiteY3" fmla="*/ 227510 h 227510"/>
                <a:gd name="connsiteX4" fmla="*/ 0 w 6290160"/>
                <a:gd name="connsiteY4" fmla="*/ 0 h 227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160" h="227510">
                  <a:moveTo>
                    <a:pt x="0" y="0"/>
                  </a:moveTo>
                  <a:cubicBezTo>
                    <a:pt x="1835028" y="239579"/>
                    <a:pt x="5664050" y="231102"/>
                    <a:pt x="6282540" y="91402"/>
                  </a:cubicBezTo>
                  <a:lnTo>
                    <a:pt x="6290160" y="227510"/>
                  </a:lnTo>
                  <a:lnTo>
                    <a:pt x="300" y="227510"/>
                  </a:lnTo>
                  <a:lnTo>
                    <a:pt x="0" y="0"/>
                  </a:lnTo>
                  <a:close/>
                </a:path>
              </a:pathLst>
            </a:cu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grpSp>
      <p:sp>
        <p:nvSpPr>
          <p:cNvPr id="7" name="任意多边形: 形状 6">
            <a:extLst>
              <a:ext uri="{FF2B5EF4-FFF2-40B4-BE49-F238E27FC236}">
                <a16:creationId xmlns:a16="http://schemas.microsoft.com/office/drawing/2014/main" id="{3FA955DF-09FA-23C1-DF34-DA08A6E60B74}"/>
              </a:ext>
            </a:extLst>
          </p:cNvPr>
          <p:cNvSpPr/>
          <p:nvPr/>
        </p:nvSpPr>
        <p:spPr>
          <a:xfrm>
            <a:off x="6095993" y="-192267"/>
            <a:ext cx="8144263" cy="7242534"/>
          </a:xfrm>
          <a:custGeom>
            <a:avLst/>
            <a:gdLst>
              <a:gd name="connsiteX0" fmla="*/ 1675240 w 7675972"/>
              <a:gd name="connsiteY0" fmla="*/ 6492756 h 6826091"/>
              <a:gd name="connsiteX1" fmla="*/ 89328 w 7675972"/>
              <a:gd name="connsiteY1" fmla="*/ 3746603 h 6826091"/>
              <a:gd name="connsiteX2" fmla="*/ 89328 w 7675972"/>
              <a:gd name="connsiteY2" fmla="*/ 3079853 h 6826091"/>
              <a:gd name="connsiteX3" fmla="*/ 1675240 w 7675972"/>
              <a:gd name="connsiteY3" fmla="*/ 333415 h 6826091"/>
              <a:gd name="connsiteX4" fmla="*/ 2252836 w 7675972"/>
              <a:gd name="connsiteY4" fmla="*/ 40 h 6826091"/>
              <a:gd name="connsiteX5" fmla="*/ 5423519 w 7675972"/>
              <a:gd name="connsiteY5" fmla="*/ 40 h 6826091"/>
              <a:gd name="connsiteX6" fmla="*/ 6001115 w 7675972"/>
              <a:gd name="connsiteY6" fmla="*/ 333415 h 6826091"/>
              <a:gd name="connsiteX7" fmla="*/ 7586646 w 7675972"/>
              <a:gd name="connsiteY7" fmla="*/ 3079663 h 6826091"/>
              <a:gd name="connsiteX8" fmla="*/ 7586646 w 7675972"/>
              <a:gd name="connsiteY8" fmla="*/ 3746413 h 6826091"/>
              <a:gd name="connsiteX9" fmla="*/ 6001114 w 7675972"/>
              <a:gd name="connsiteY9" fmla="*/ 6492756 h 6826091"/>
              <a:gd name="connsiteX10" fmla="*/ 5423518 w 7675972"/>
              <a:gd name="connsiteY10" fmla="*/ 6826131 h 6826091"/>
              <a:gd name="connsiteX11" fmla="*/ 2252455 w 7675972"/>
              <a:gd name="connsiteY11" fmla="*/ 6826131 h 6826091"/>
              <a:gd name="connsiteX12" fmla="*/ 1675240 w 7675972"/>
              <a:gd name="connsiteY12" fmla="*/ 6492756 h 6826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75972" h="6826091">
                <a:moveTo>
                  <a:pt x="1675240" y="6492756"/>
                </a:moveTo>
                <a:lnTo>
                  <a:pt x="89328" y="3746603"/>
                </a:lnTo>
                <a:cubicBezTo>
                  <a:pt x="-29776" y="3540310"/>
                  <a:pt x="-29776" y="3286146"/>
                  <a:pt x="89328" y="3079853"/>
                </a:cubicBezTo>
                <a:lnTo>
                  <a:pt x="1675240" y="333415"/>
                </a:lnTo>
                <a:cubicBezTo>
                  <a:pt x="1794374" y="127068"/>
                  <a:pt x="2014567" y="-22"/>
                  <a:pt x="2252836" y="40"/>
                </a:cubicBezTo>
                <a:lnTo>
                  <a:pt x="5423519" y="40"/>
                </a:lnTo>
                <a:cubicBezTo>
                  <a:pt x="5661787" y="-22"/>
                  <a:pt x="5881980" y="127068"/>
                  <a:pt x="6001115" y="333415"/>
                </a:cubicBezTo>
                <a:lnTo>
                  <a:pt x="7586646" y="3079663"/>
                </a:lnTo>
                <a:cubicBezTo>
                  <a:pt x="7705749" y="3285956"/>
                  <a:pt x="7705749" y="3540119"/>
                  <a:pt x="7586646" y="3746413"/>
                </a:cubicBezTo>
                <a:lnTo>
                  <a:pt x="6001114" y="6492756"/>
                </a:lnTo>
                <a:cubicBezTo>
                  <a:pt x="5881980" y="6699103"/>
                  <a:pt x="5661787" y="6826193"/>
                  <a:pt x="5423518" y="6826131"/>
                </a:cubicBezTo>
                <a:lnTo>
                  <a:pt x="2252455" y="6826131"/>
                </a:lnTo>
                <a:cubicBezTo>
                  <a:pt x="2014322" y="6826057"/>
                  <a:pt x="1794306" y="6698985"/>
                  <a:pt x="1675240" y="6492756"/>
                </a:cubicBezTo>
                <a:close/>
              </a:path>
            </a:pathLst>
          </a:custGeom>
          <a:solidFill>
            <a:srgbClr val="0070C0"/>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8" name="文本框 7">
            <a:extLst>
              <a:ext uri="{FF2B5EF4-FFF2-40B4-BE49-F238E27FC236}">
                <a16:creationId xmlns:a16="http://schemas.microsoft.com/office/drawing/2014/main" id="{04CC9BDD-E904-4B6C-A4DA-40508BCA1722}"/>
              </a:ext>
            </a:extLst>
          </p:cNvPr>
          <p:cNvSpPr txBox="1"/>
          <p:nvPr/>
        </p:nvSpPr>
        <p:spPr>
          <a:xfrm>
            <a:off x="984524" y="408631"/>
            <a:ext cx="2965176" cy="584775"/>
          </a:xfrm>
          <a:prstGeom prst="rect">
            <a:avLst/>
          </a:prstGeom>
          <a:noFill/>
        </p:spPr>
        <p:txBody>
          <a:bodyPr wrap="square" rtlCol="0">
            <a:spAutoFit/>
          </a:bodyPr>
          <a:lstStyle/>
          <a:p>
            <a:pPr>
              <a:defRPr/>
            </a:pPr>
            <a:r>
              <a:rPr lang="zh-CN" altLang="en-US" sz="3200" b="1" dirty="0">
                <a:solidFill>
                  <a:srgbClr val="0070C0"/>
                </a:solidFill>
                <a:latin typeface="微软雅黑"/>
                <a:ea typeface="微软雅黑"/>
              </a:rPr>
              <a:t>请输入大标题</a:t>
            </a:r>
          </a:p>
        </p:txBody>
      </p:sp>
      <p:sp>
        <p:nvSpPr>
          <p:cNvPr id="9" name="任意多边形: 形状 8">
            <a:extLst>
              <a:ext uri="{FF2B5EF4-FFF2-40B4-BE49-F238E27FC236}">
                <a16:creationId xmlns:a16="http://schemas.microsoft.com/office/drawing/2014/main" id="{7A19EC12-C563-0919-6AC6-7A77A183AB29}"/>
              </a:ext>
            </a:extLst>
          </p:cNvPr>
          <p:cNvSpPr/>
          <p:nvPr/>
        </p:nvSpPr>
        <p:spPr>
          <a:xfrm>
            <a:off x="6368489" y="195631"/>
            <a:ext cx="7271312" cy="6466739"/>
          </a:xfrm>
          <a:custGeom>
            <a:avLst/>
            <a:gdLst>
              <a:gd name="connsiteX0" fmla="*/ 1057395 w 4845131"/>
              <a:gd name="connsiteY0" fmla="*/ 4098647 h 4309015"/>
              <a:gd name="connsiteX1" fmla="*/ 56508 w 4845131"/>
              <a:gd name="connsiteY1" fmla="*/ 2365954 h 4309015"/>
              <a:gd name="connsiteX2" fmla="*/ 56508 w 4845131"/>
              <a:gd name="connsiteY2" fmla="*/ 1944283 h 4309015"/>
              <a:gd name="connsiteX3" fmla="*/ 1057395 w 4845131"/>
              <a:gd name="connsiteY3" fmla="*/ 210828 h 4309015"/>
              <a:gd name="connsiteX4" fmla="*/ 1422202 w 4845131"/>
              <a:gd name="connsiteY4" fmla="*/ 40 h 4309015"/>
              <a:gd name="connsiteX5" fmla="*/ 3423405 w 4845131"/>
              <a:gd name="connsiteY5" fmla="*/ 40 h 4309015"/>
              <a:gd name="connsiteX6" fmla="*/ 3788499 w 4845131"/>
              <a:gd name="connsiteY6" fmla="*/ 210828 h 4309015"/>
              <a:gd name="connsiteX7" fmla="*/ 4788623 w 4845131"/>
              <a:gd name="connsiteY7" fmla="*/ 1944378 h 4309015"/>
              <a:gd name="connsiteX8" fmla="*/ 4788623 w 4845131"/>
              <a:gd name="connsiteY8" fmla="*/ 2366049 h 4309015"/>
              <a:gd name="connsiteX9" fmla="*/ 3788498 w 4845131"/>
              <a:gd name="connsiteY9" fmla="*/ 4099600 h 4309015"/>
              <a:gd name="connsiteX10" fmla="*/ 3423405 w 4845131"/>
              <a:gd name="connsiteY10" fmla="*/ 4309055 h 4309015"/>
              <a:gd name="connsiteX11" fmla="*/ 1422202 w 4845131"/>
              <a:gd name="connsiteY11" fmla="*/ 4309055 h 4309015"/>
              <a:gd name="connsiteX12" fmla="*/ 1057395 w 4845131"/>
              <a:gd name="connsiteY12" fmla="*/ 4098647 h 4309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45131" h="4309015">
                <a:moveTo>
                  <a:pt x="1057395" y="4098647"/>
                </a:moveTo>
                <a:lnTo>
                  <a:pt x="56508" y="2365954"/>
                </a:lnTo>
                <a:cubicBezTo>
                  <a:pt x="-18836" y="2235494"/>
                  <a:pt x="-18836" y="2074743"/>
                  <a:pt x="56508" y="1944283"/>
                </a:cubicBezTo>
                <a:lnTo>
                  <a:pt x="1057395" y="210828"/>
                </a:lnTo>
                <a:cubicBezTo>
                  <a:pt x="1132622" y="80452"/>
                  <a:pt x="1271680" y="103"/>
                  <a:pt x="1422202" y="40"/>
                </a:cubicBezTo>
                <a:lnTo>
                  <a:pt x="3423405" y="40"/>
                </a:lnTo>
                <a:cubicBezTo>
                  <a:pt x="3574030" y="1"/>
                  <a:pt x="3713220" y="80364"/>
                  <a:pt x="3788499" y="210828"/>
                </a:cubicBezTo>
                <a:lnTo>
                  <a:pt x="4788623" y="1944378"/>
                </a:lnTo>
                <a:cubicBezTo>
                  <a:pt x="4863967" y="2074838"/>
                  <a:pt x="4863967" y="2235589"/>
                  <a:pt x="4788623" y="2366049"/>
                </a:cubicBezTo>
                <a:lnTo>
                  <a:pt x="3788498" y="4099600"/>
                </a:lnTo>
                <a:cubicBezTo>
                  <a:pt x="3712853" y="4229522"/>
                  <a:pt x="3573744" y="4309330"/>
                  <a:pt x="3423405" y="4309055"/>
                </a:cubicBezTo>
                <a:lnTo>
                  <a:pt x="1422202" y="4309055"/>
                </a:lnTo>
                <a:cubicBezTo>
                  <a:pt x="1271769" y="4309030"/>
                  <a:pt x="1132747" y="4228848"/>
                  <a:pt x="1057395" y="4098647"/>
                </a:cubicBezTo>
                <a:close/>
              </a:path>
            </a:pathLst>
          </a:custGeom>
          <a:blipFill dpi="0" rotWithShape="1">
            <a:blip r:embed="rId2"/>
            <a:srcRect/>
            <a:stretch>
              <a:fillRect/>
            </a:stretch>
          </a:blipFill>
          <a:ln w="41275"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10" name="任意多边形: 形状 9">
            <a:extLst>
              <a:ext uri="{FF2B5EF4-FFF2-40B4-BE49-F238E27FC236}">
                <a16:creationId xmlns:a16="http://schemas.microsoft.com/office/drawing/2014/main" id="{23F6180B-D1B9-090B-F29E-7AF899125EF2}"/>
              </a:ext>
            </a:extLst>
          </p:cNvPr>
          <p:cNvSpPr/>
          <p:nvPr/>
        </p:nvSpPr>
        <p:spPr>
          <a:xfrm>
            <a:off x="6207804" y="1840350"/>
            <a:ext cx="3214603" cy="2845834"/>
          </a:xfrm>
          <a:custGeom>
            <a:avLst/>
            <a:gdLst>
              <a:gd name="connsiteX0" fmla="*/ 1039677 w 4645960"/>
              <a:gd name="connsiteY0" fmla="*/ 3945676 h 4112990"/>
              <a:gd name="connsiteX1" fmla="*/ 44505 w 4645960"/>
              <a:gd name="connsiteY1" fmla="*/ 2221651 h 4112990"/>
              <a:gd name="connsiteX2" fmla="*/ 44505 w 4645960"/>
              <a:gd name="connsiteY2" fmla="*/ 1889133 h 4112990"/>
              <a:gd name="connsiteX3" fmla="*/ 1039677 w 4645960"/>
              <a:gd name="connsiteY3" fmla="*/ 165108 h 4112990"/>
              <a:gd name="connsiteX4" fmla="*/ 1327618 w 4645960"/>
              <a:gd name="connsiteY4" fmla="*/ 40 h 4112990"/>
              <a:gd name="connsiteX5" fmla="*/ 3318343 w 4645960"/>
              <a:gd name="connsiteY5" fmla="*/ 40 h 4112990"/>
              <a:gd name="connsiteX6" fmla="*/ 3606283 w 4645960"/>
              <a:gd name="connsiteY6" fmla="*/ 166251 h 4112990"/>
              <a:gd name="connsiteX7" fmla="*/ 4601456 w 4645960"/>
              <a:gd name="connsiteY7" fmla="*/ 1890277 h 4112990"/>
              <a:gd name="connsiteX8" fmla="*/ 4601456 w 4645960"/>
              <a:gd name="connsiteY8" fmla="*/ 2222794 h 4112990"/>
              <a:gd name="connsiteX9" fmla="*/ 3606283 w 4645960"/>
              <a:gd name="connsiteY9" fmla="*/ 3946819 h 4112990"/>
              <a:gd name="connsiteX10" fmla="*/ 3318343 w 4645960"/>
              <a:gd name="connsiteY10" fmla="*/ 4113031 h 4112990"/>
              <a:gd name="connsiteX11" fmla="*/ 1327618 w 4645960"/>
              <a:gd name="connsiteY11" fmla="*/ 4113031 h 4112990"/>
              <a:gd name="connsiteX12" fmla="*/ 1039677 w 4645960"/>
              <a:gd name="connsiteY12" fmla="*/ 3945676 h 411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45960" h="4112990">
                <a:moveTo>
                  <a:pt x="1039677" y="3945676"/>
                </a:moveTo>
                <a:lnTo>
                  <a:pt x="44505" y="2221651"/>
                </a:lnTo>
                <a:cubicBezTo>
                  <a:pt x="-14835" y="2118754"/>
                  <a:pt x="-14835" y="1992031"/>
                  <a:pt x="44505" y="1889133"/>
                </a:cubicBezTo>
                <a:lnTo>
                  <a:pt x="1039677" y="165108"/>
                </a:lnTo>
                <a:cubicBezTo>
                  <a:pt x="1099372" y="62694"/>
                  <a:pt x="1209076" y="-196"/>
                  <a:pt x="1327618" y="40"/>
                </a:cubicBezTo>
                <a:lnTo>
                  <a:pt x="3318343" y="40"/>
                </a:lnTo>
                <a:cubicBezTo>
                  <a:pt x="3437120" y="40"/>
                  <a:pt x="3546877" y="63397"/>
                  <a:pt x="3606283" y="166251"/>
                </a:cubicBezTo>
                <a:lnTo>
                  <a:pt x="4601456" y="1890277"/>
                </a:lnTo>
                <a:cubicBezTo>
                  <a:pt x="4660796" y="1993174"/>
                  <a:pt x="4660796" y="2119897"/>
                  <a:pt x="4601456" y="2222794"/>
                </a:cubicBezTo>
                <a:lnTo>
                  <a:pt x="3606283" y="3946819"/>
                </a:lnTo>
                <a:cubicBezTo>
                  <a:pt x="3546877" y="4049673"/>
                  <a:pt x="3437120" y="4113030"/>
                  <a:pt x="3318343" y="4113031"/>
                </a:cubicBezTo>
                <a:lnTo>
                  <a:pt x="1327618" y="4113031"/>
                </a:lnTo>
                <a:cubicBezTo>
                  <a:pt x="1208604" y="4112795"/>
                  <a:pt x="1098791" y="4048971"/>
                  <a:pt x="1039677" y="3945676"/>
                </a:cubicBezTo>
                <a:close/>
              </a:path>
            </a:pathLst>
          </a:custGeom>
          <a:noFill/>
          <a:ln w="9525" cap="flat">
            <a:noFill/>
            <a:prstDash val="solid"/>
            <a:miter/>
          </a:ln>
        </p:spPr>
        <p:txBody>
          <a:bodyPr rtlCol="0" anchor="ctr"/>
          <a:lstStyle/>
          <a:p>
            <a:pPr>
              <a:defRPr/>
            </a:pPr>
            <a:endParaRPr lang="zh-CN" altLang="en-US">
              <a:solidFill>
                <a:srgbClr val="000000"/>
              </a:solidFill>
              <a:latin typeface="微软雅黑"/>
              <a:ea typeface="微软雅黑"/>
            </a:endParaRPr>
          </a:p>
        </p:txBody>
      </p:sp>
      <p:sp>
        <p:nvSpPr>
          <p:cNvPr id="11" name="任意多边形: 形状 10">
            <a:extLst>
              <a:ext uri="{FF2B5EF4-FFF2-40B4-BE49-F238E27FC236}">
                <a16:creationId xmlns:a16="http://schemas.microsoft.com/office/drawing/2014/main" id="{C9B2D40B-A201-4BDC-92D0-B97DC164E44C}"/>
              </a:ext>
            </a:extLst>
          </p:cNvPr>
          <p:cNvSpPr/>
          <p:nvPr/>
        </p:nvSpPr>
        <p:spPr>
          <a:xfrm>
            <a:off x="5440816" y="5172814"/>
            <a:ext cx="1100924" cy="975072"/>
          </a:xfrm>
          <a:custGeom>
            <a:avLst/>
            <a:gdLst>
              <a:gd name="connsiteX0" fmla="*/ 449960 w 2014726"/>
              <a:gd name="connsiteY0" fmla="*/ 1710920 h 1784413"/>
              <a:gd name="connsiteX1" fmla="*/ 19716 w 2014726"/>
              <a:gd name="connsiteY1" fmla="*/ 965875 h 1784413"/>
              <a:gd name="connsiteX2" fmla="*/ 19716 w 2014726"/>
              <a:gd name="connsiteY2" fmla="*/ 818713 h 1784413"/>
              <a:gd name="connsiteX3" fmla="*/ 449960 w 2014726"/>
              <a:gd name="connsiteY3" fmla="*/ 73668 h 1784413"/>
              <a:gd name="connsiteX4" fmla="*/ 577310 w 2014726"/>
              <a:gd name="connsiteY4" fmla="*/ 40 h 1784413"/>
              <a:gd name="connsiteX5" fmla="*/ 1437703 w 2014726"/>
              <a:gd name="connsiteY5" fmla="*/ 40 h 1784413"/>
              <a:gd name="connsiteX6" fmla="*/ 1565147 w 2014726"/>
              <a:gd name="connsiteY6" fmla="*/ 73668 h 1784413"/>
              <a:gd name="connsiteX7" fmla="*/ 1995011 w 2014726"/>
              <a:gd name="connsiteY7" fmla="*/ 818713 h 1784413"/>
              <a:gd name="connsiteX8" fmla="*/ 1995011 w 2014726"/>
              <a:gd name="connsiteY8" fmla="*/ 965875 h 1784413"/>
              <a:gd name="connsiteX9" fmla="*/ 1565147 w 2014726"/>
              <a:gd name="connsiteY9" fmla="*/ 1710920 h 1784413"/>
              <a:gd name="connsiteX10" fmla="*/ 1437703 w 2014726"/>
              <a:gd name="connsiteY10" fmla="*/ 1784453 h 1784413"/>
              <a:gd name="connsiteX11" fmla="*/ 577310 w 2014726"/>
              <a:gd name="connsiteY11" fmla="*/ 1784453 h 1784413"/>
              <a:gd name="connsiteX12" fmla="*/ 449960 w 2014726"/>
              <a:gd name="connsiteY12" fmla="*/ 1710921 h 178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4726" h="1784413">
                <a:moveTo>
                  <a:pt x="449960" y="1710920"/>
                </a:moveTo>
                <a:lnTo>
                  <a:pt x="19716" y="965875"/>
                </a:lnTo>
                <a:cubicBezTo>
                  <a:pt x="-6572" y="920343"/>
                  <a:pt x="-6572" y="864245"/>
                  <a:pt x="19716" y="818713"/>
                </a:cubicBezTo>
                <a:lnTo>
                  <a:pt x="449960" y="73668"/>
                </a:lnTo>
                <a:cubicBezTo>
                  <a:pt x="476190" y="28119"/>
                  <a:pt x="524748" y="44"/>
                  <a:pt x="577310" y="40"/>
                </a:cubicBezTo>
                <a:lnTo>
                  <a:pt x="1437703" y="40"/>
                </a:lnTo>
                <a:cubicBezTo>
                  <a:pt x="1490288" y="50"/>
                  <a:pt x="1538872" y="28118"/>
                  <a:pt x="1565147" y="73668"/>
                </a:cubicBezTo>
                <a:lnTo>
                  <a:pt x="1995011" y="818713"/>
                </a:lnTo>
                <a:cubicBezTo>
                  <a:pt x="2021298" y="864245"/>
                  <a:pt x="2021298" y="920343"/>
                  <a:pt x="1995011" y="965875"/>
                </a:cubicBezTo>
                <a:lnTo>
                  <a:pt x="1565147" y="1710920"/>
                </a:lnTo>
                <a:cubicBezTo>
                  <a:pt x="1538847" y="1756434"/>
                  <a:pt x="1490268" y="1784463"/>
                  <a:pt x="1437703" y="1784453"/>
                </a:cubicBezTo>
                <a:lnTo>
                  <a:pt x="577310" y="1784453"/>
                </a:lnTo>
                <a:cubicBezTo>
                  <a:pt x="524762" y="1784488"/>
                  <a:pt x="476200" y="1756448"/>
                  <a:pt x="449960" y="1710921"/>
                </a:cubicBezTo>
                <a:close/>
              </a:path>
            </a:pathLst>
          </a:custGeom>
          <a:gradFill flip="none" rotWithShape="1">
            <a:gsLst>
              <a:gs pos="0">
                <a:srgbClr val="0070C0">
                  <a:lumMod val="20000"/>
                  <a:lumOff val="80000"/>
                </a:srgbClr>
              </a:gs>
              <a:gs pos="43000">
                <a:srgbClr val="0070C0"/>
              </a:gs>
            </a:gsLst>
            <a:path path="circle">
              <a:fillToRect r="100000" b="100000"/>
            </a:path>
            <a:tileRect l="-100000" t="-100000"/>
          </a:gradFill>
          <a:ln w="12700" cap="flat" cmpd="sng" algn="ctr">
            <a:noFill/>
            <a:prstDash val="solid"/>
            <a:miter lim="800000"/>
          </a:ln>
          <a:effectLst>
            <a:outerShdw blurRad="279400" dist="342900" dir="5400000" sx="88000" sy="88000" algn="t" rotWithShape="0">
              <a:srgbClr val="0070C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微软雅黑"/>
              <a:ea typeface="微软雅黑"/>
              <a:cs typeface="+mn-cs"/>
            </a:endParaRPr>
          </a:p>
        </p:txBody>
      </p:sp>
      <p:sp>
        <p:nvSpPr>
          <p:cNvPr id="12" name="任意多边形: 形状 11">
            <a:extLst>
              <a:ext uri="{FF2B5EF4-FFF2-40B4-BE49-F238E27FC236}">
                <a16:creationId xmlns:a16="http://schemas.microsoft.com/office/drawing/2014/main" id="{E3CC5DE0-B8BA-7A50-5175-385B565315CD}"/>
              </a:ext>
            </a:extLst>
          </p:cNvPr>
          <p:cNvSpPr/>
          <p:nvPr/>
        </p:nvSpPr>
        <p:spPr>
          <a:xfrm>
            <a:off x="6434529" y="1123201"/>
            <a:ext cx="1165443" cy="1032821"/>
          </a:xfrm>
          <a:custGeom>
            <a:avLst/>
            <a:gdLst>
              <a:gd name="connsiteX0" fmla="*/ 219202 w 981730"/>
              <a:gd name="connsiteY0" fmla="*/ 834239 h 870013"/>
              <a:gd name="connsiteX1" fmla="*/ 9652 w 981730"/>
              <a:gd name="connsiteY1" fmla="*/ 470956 h 870013"/>
              <a:gd name="connsiteX2" fmla="*/ 9652 w 981730"/>
              <a:gd name="connsiteY2" fmla="*/ 399137 h 870013"/>
              <a:gd name="connsiteX3" fmla="*/ 219202 w 981730"/>
              <a:gd name="connsiteY3" fmla="*/ 35854 h 870013"/>
              <a:gd name="connsiteX4" fmla="*/ 281304 w 981730"/>
              <a:gd name="connsiteY4" fmla="*/ 40 h 870013"/>
              <a:gd name="connsiteX5" fmla="*/ 700404 w 981730"/>
              <a:gd name="connsiteY5" fmla="*/ 40 h 870013"/>
              <a:gd name="connsiteX6" fmla="*/ 762603 w 981730"/>
              <a:gd name="connsiteY6" fmla="*/ 35854 h 870013"/>
              <a:gd name="connsiteX7" fmla="*/ 972153 w 981730"/>
              <a:gd name="connsiteY7" fmla="*/ 399137 h 870013"/>
              <a:gd name="connsiteX8" fmla="*/ 972153 w 981730"/>
              <a:gd name="connsiteY8" fmla="*/ 470956 h 870013"/>
              <a:gd name="connsiteX9" fmla="*/ 762603 w 981730"/>
              <a:gd name="connsiteY9" fmla="*/ 834239 h 870013"/>
              <a:gd name="connsiteX10" fmla="*/ 700404 w 981730"/>
              <a:gd name="connsiteY10" fmla="*/ 870053 h 870013"/>
              <a:gd name="connsiteX11" fmla="*/ 281304 w 981730"/>
              <a:gd name="connsiteY11" fmla="*/ 870053 h 870013"/>
              <a:gd name="connsiteX12" fmla="*/ 219202 w 981730"/>
              <a:gd name="connsiteY12" fmla="*/ 834239 h 8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1730" h="870013">
                <a:moveTo>
                  <a:pt x="219202" y="834239"/>
                </a:moveTo>
                <a:lnTo>
                  <a:pt x="9652" y="470956"/>
                </a:lnTo>
                <a:cubicBezTo>
                  <a:pt x="-3217" y="448746"/>
                  <a:pt x="-3217" y="421347"/>
                  <a:pt x="9652" y="399137"/>
                </a:cubicBezTo>
                <a:lnTo>
                  <a:pt x="219202" y="35854"/>
                </a:lnTo>
                <a:cubicBezTo>
                  <a:pt x="232009" y="13670"/>
                  <a:pt x="255689" y="14"/>
                  <a:pt x="281304" y="40"/>
                </a:cubicBezTo>
                <a:lnTo>
                  <a:pt x="700404" y="40"/>
                </a:lnTo>
                <a:cubicBezTo>
                  <a:pt x="726049" y="0"/>
                  <a:pt x="749763" y="13655"/>
                  <a:pt x="762603" y="35854"/>
                </a:cubicBezTo>
                <a:lnTo>
                  <a:pt x="972153" y="399137"/>
                </a:lnTo>
                <a:cubicBezTo>
                  <a:pt x="984923" y="421374"/>
                  <a:pt x="984923" y="448719"/>
                  <a:pt x="972153" y="470956"/>
                </a:cubicBezTo>
                <a:lnTo>
                  <a:pt x="762603" y="834239"/>
                </a:lnTo>
                <a:cubicBezTo>
                  <a:pt x="749763" y="856438"/>
                  <a:pt x="726049" y="870093"/>
                  <a:pt x="700404" y="870053"/>
                </a:cubicBezTo>
                <a:lnTo>
                  <a:pt x="281304" y="870053"/>
                </a:lnTo>
                <a:cubicBezTo>
                  <a:pt x="255689" y="870079"/>
                  <a:pt x="232009" y="856423"/>
                  <a:pt x="219202" y="834239"/>
                </a:cubicBezTo>
                <a:close/>
              </a:path>
            </a:pathLst>
          </a:custGeom>
          <a:solidFill>
            <a:srgbClr val="FFFFFF"/>
          </a:solidFill>
          <a:ln w="9525" cap="flat">
            <a:noFill/>
            <a:prstDash val="solid"/>
            <a:miter/>
          </a:ln>
          <a:effectLst>
            <a:outerShdw blurRad="254000" dir="5400000" sx="102000" sy="102000" algn="ctr" rotWithShape="0">
              <a:srgbClr val="0070C0">
                <a:alpha val="40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13" name="任意多边形: 形状 12">
            <a:extLst>
              <a:ext uri="{FF2B5EF4-FFF2-40B4-BE49-F238E27FC236}">
                <a16:creationId xmlns:a16="http://schemas.microsoft.com/office/drawing/2014/main" id="{B1BCD3AD-E6D4-1DC5-0B67-809336924C77}"/>
              </a:ext>
            </a:extLst>
          </p:cNvPr>
          <p:cNvSpPr/>
          <p:nvPr/>
        </p:nvSpPr>
        <p:spPr>
          <a:xfrm>
            <a:off x="952133" y="1628584"/>
            <a:ext cx="3907650" cy="713541"/>
          </a:xfrm>
          <a:custGeom>
            <a:avLst/>
            <a:gdLst>
              <a:gd name="connsiteX0" fmla="*/ 402809 w 3707856"/>
              <a:gd name="connsiteY0" fmla="*/ 0 h 713541"/>
              <a:gd name="connsiteX1" fmla="*/ 3341795 w 3707856"/>
              <a:gd name="connsiteY1" fmla="*/ 0 h 713541"/>
              <a:gd name="connsiteX2" fmla="*/ 3341795 w 3707856"/>
              <a:gd name="connsiteY2" fmla="*/ 16 h 713541"/>
              <a:gd name="connsiteX3" fmla="*/ 3477125 w 3707856"/>
              <a:gd name="connsiteY3" fmla="*/ 16 h 713541"/>
              <a:gd name="connsiteX4" fmla="*/ 3528085 w 3707856"/>
              <a:gd name="connsiteY4" fmla="*/ 29457 h 713541"/>
              <a:gd name="connsiteX5" fmla="*/ 3699973 w 3707856"/>
              <a:gd name="connsiteY5" fmla="*/ 327375 h 713541"/>
              <a:gd name="connsiteX6" fmla="*/ 3699973 w 3707856"/>
              <a:gd name="connsiteY6" fmla="*/ 386220 h 713541"/>
              <a:gd name="connsiteX7" fmla="*/ 3528085 w 3707856"/>
              <a:gd name="connsiteY7" fmla="*/ 684138 h 713541"/>
              <a:gd name="connsiteX8" fmla="*/ 3477125 w 3707856"/>
              <a:gd name="connsiteY8" fmla="*/ 713541 h 713541"/>
              <a:gd name="connsiteX9" fmla="*/ 3133083 w 3707856"/>
              <a:gd name="connsiteY9" fmla="*/ 713541 h 713541"/>
              <a:gd name="connsiteX10" fmla="*/ 3133024 w 3707856"/>
              <a:gd name="connsiteY10" fmla="*/ 713525 h 713541"/>
              <a:gd name="connsiteX11" fmla="*/ 574947 w 3707856"/>
              <a:gd name="connsiteY11" fmla="*/ 713525 h 713541"/>
              <a:gd name="connsiteX12" fmla="*/ 574888 w 3707856"/>
              <a:gd name="connsiteY12" fmla="*/ 713541 h 713541"/>
              <a:gd name="connsiteX13" fmla="*/ 230846 w 3707856"/>
              <a:gd name="connsiteY13" fmla="*/ 713541 h 713541"/>
              <a:gd name="connsiteX14" fmla="*/ 179923 w 3707856"/>
              <a:gd name="connsiteY14" fmla="*/ 684138 h 713541"/>
              <a:gd name="connsiteX15" fmla="*/ 179923 w 3707856"/>
              <a:gd name="connsiteY15" fmla="*/ 684138 h 713541"/>
              <a:gd name="connsiteX16" fmla="*/ 7884 w 3707856"/>
              <a:gd name="connsiteY16" fmla="*/ 386220 h 713541"/>
              <a:gd name="connsiteX17" fmla="*/ 7884 w 3707856"/>
              <a:gd name="connsiteY17" fmla="*/ 327375 h 713541"/>
              <a:gd name="connsiteX18" fmla="*/ 179923 w 3707856"/>
              <a:gd name="connsiteY18" fmla="*/ 29457 h 713541"/>
              <a:gd name="connsiteX19" fmla="*/ 230846 w 3707856"/>
              <a:gd name="connsiteY19" fmla="*/ 16 h 713541"/>
              <a:gd name="connsiteX20" fmla="*/ 402809 w 3707856"/>
              <a:gd name="connsiteY20" fmla="*/ 16 h 71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707856" h="713541">
                <a:moveTo>
                  <a:pt x="402809" y="0"/>
                </a:moveTo>
                <a:lnTo>
                  <a:pt x="3341795" y="0"/>
                </a:lnTo>
                <a:lnTo>
                  <a:pt x="3341795" y="16"/>
                </a:lnTo>
                <a:lnTo>
                  <a:pt x="3477125" y="16"/>
                </a:lnTo>
                <a:cubicBezTo>
                  <a:pt x="3498152" y="20"/>
                  <a:pt x="3517579" y="11243"/>
                  <a:pt x="3528085" y="29457"/>
                </a:cubicBezTo>
                <a:lnTo>
                  <a:pt x="3699973" y="327375"/>
                </a:lnTo>
                <a:cubicBezTo>
                  <a:pt x="3710484" y="345582"/>
                  <a:pt x="3710484" y="368013"/>
                  <a:pt x="3699973" y="386220"/>
                </a:cubicBezTo>
                <a:lnTo>
                  <a:pt x="3528085" y="684138"/>
                </a:lnTo>
                <a:cubicBezTo>
                  <a:pt x="3517569" y="702337"/>
                  <a:pt x="3498144" y="713545"/>
                  <a:pt x="3477125" y="713541"/>
                </a:cubicBezTo>
                <a:lnTo>
                  <a:pt x="3133083" y="713541"/>
                </a:lnTo>
                <a:lnTo>
                  <a:pt x="3133024" y="713525"/>
                </a:lnTo>
                <a:lnTo>
                  <a:pt x="574947" y="713525"/>
                </a:lnTo>
                <a:lnTo>
                  <a:pt x="574888" y="713541"/>
                </a:lnTo>
                <a:lnTo>
                  <a:pt x="230846" y="713541"/>
                </a:lnTo>
                <a:cubicBezTo>
                  <a:pt x="209834" y="713555"/>
                  <a:pt x="190416" y="702343"/>
                  <a:pt x="179923" y="684138"/>
                </a:cubicBezTo>
                <a:lnTo>
                  <a:pt x="179923" y="684138"/>
                </a:lnTo>
                <a:lnTo>
                  <a:pt x="7884" y="386220"/>
                </a:lnTo>
                <a:cubicBezTo>
                  <a:pt x="-2628" y="368013"/>
                  <a:pt x="-2628" y="345582"/>
                  <a:pt x="7884" y="327375"/>
                </a:cubicBezTo>
                <a:lnTo>
                  <a:pt x="179923" y="29457"/>
                </a:lnTo>
                <a:cubicBezTo>
                  <a:pt x="190412" y="11244"/>
                  <a:pt x="209829" y="18"/>
                  <a:pt x="230846" y="16"/>
                </a:cubicBezTo>
                <a:lnTo>
                  <a:pt x="402809" y="16"/>
                </a:lnTo>
                <a:close/>
              </a:path>
            </a:pathLst>
          </a:custGeom>
          <a:gradFill flip="none" rotWithShape="1">
            <a:gsLst>
              <a:gs pos="45000">
                <a:srgbClr val="FFFFFF"/>
              </a:gs>
              <a:gs pos="100000">
                <a:srgbClr val="0070C0">
                  <a:lumMod val="20000"/>
                  <a:lumOff val="80000"/>
                </a:srgbClr>
              </a:gs>
            </a:gsLst>
            <a:lin ang="5400000" scaled="1"/>
            <a:tileRect/>
          </a:gradFill>
          <a:ln w="9525" cap="flat">
            <a:noFill/>
            <a:prstDash val="solid"/>
            <a:miter/>
          </a:ln>
          <a:effectLst>
            <a:outerShdw sx="102000" sy="102000" algn="ctr" rotWithShape="0">
              <a:srgbClr val="0070C0">
                <a:alpha val="2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14" name="任意多边形: 形状 13">
            <a:extLst>
              <a:ext uri="{FF2B5EF4-FFF2-40B4-BE49-F238E27FC236}">
                <a16:creationId xmlns:a16="http://schemas.microsoft.com/office/drawing/2014/main" id="{21BD6C20-F850-AA72-058F-581C0C65CAEC}"/>
              </a:ext>
            </a:extLst>
          </p:cNvPr>
          <p:cNvSpPr/>
          <p:nvPr/>
        </p:nvSpPr>
        <p:spPr>
          <a:xfrm>
            <a:off x="844360" y="1588090"/>
            <a:ext cx="897077" cy="794528"/>
          </a:xfrm>
          <a:custGeom>
            <a:avLst/>
            <a:gdLst>
              <a:gd name="connsiteX0" fmla="*/ 449960 w 2014726"/>
              <a:gd name="connsiteY0" fmla="*/ 1710920 h 1784413"/>
              <a:gd name="connsiteX1" fmla="*/ 19716 w 2014726"/>
              <a:gd name="connsiteY1" fmla="*/ 965875 h 1784413"/>
              <a:gd name="connsiteX2" fmla="*/ 19716 w 2014726"/>
              <a:gd name="connsiteY2" fmla="*/ 818713 h 1784413"/>
              <a:gd name="connsiteX3" fmla="*/ 449960 w 2014726"/>
              <a:gd name="connsiteY3" fmla="*/ 73668 h 1784413"/>
              <a:gd name="connsiteX4" fmla="*/ 577310 w 2014726"/>
              <a:gd name="connsiteY4" fmla="*/ 40 h 1784413"/>
              <a:gd name="connsiteX5" fmla="*/ 1437703 w 2014726"/>
              <a:gd name="connsiteY5" fmla="*/ 40 h 1784413"/>
              <a:gd name="connsiteX6" fmla="*/ 1565147 w 2014726"/>
              <a:gd name="connsiteY6" fmla="*/ 73668 h 1784413"/>
              <a:gd name="connsiteX7" fmla="*/ 1995011 w 2014726"/>
              <a:gd name="connsiteY7" fmla="*/ 818713 h 1784413"/>
              <a:gd name="connsiteX8" fmla="*/ 1995011 w 2014726"/>
              <a:gd name="connsiteY8" fmla="*/ 965875 h 1784413"/>
              <a:gd name="connsiteX9" fmla="*/ 1565147 w 2014726"/>
              <a:gd name="connsiteY9" fmla="*/ 1710920 h 1784413"/>
              <a:gd name="connsiteX10" fmla="*/ 1437703 w 2014726"/>
              <a:gd name="connsiteY10" fmla="*/ 1784453 h 1784413"/>
              <a:gd name="connsiteX11" fmla="*/ 577310 w 2014726"/>
              <a:gd name="connsiteY11" fmla="*/ 1784453 h 1784413"/>
              <a:gd name="connsiteX12" fmla="*/ 449960 w 2014726"/>
              <a:gd name="connsiteY12" fmla="*/ 1710921 h 178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4726" h="1784413">
                <a:moveTo>
                  <a:pt x="449960" y="1710920"/>
                </a:moveTo>
                <a:lnTo>
                  <a:pt x="19716" y="965875"/>
                </a:lnTo>
                <a:cubicBezTo>
                  <a:pt x="-6572" y="920343"/>
                  <a:pt x="-6572" y="864245"/>
                  <a:pt x="19716" y="818713"/>
                </a:cubicBezTo>
                <a:lnTo>
                  <a:pt x="449960" y="73668"/>
                </a:lnTo>
                <a:cubicBezTo>
                  <a:pt x="476190" y="28119"/>
                  <a:pt x="524748" y="44"/>
                  <a:pt x="577310" y="40"/>
                </a:cubicBezTo>
                <a:lnTo>
                  <a:pt x="1437703" y="40"/>
                </a:lnTo>
                <a:cubicBezTo>
                  <a:pt x="1490288" y="50"/>
                  <a:pt x="1538872" y="28118"/>
                  <a:pt x="1565147" y="73668"/>
                </a:cubicBezTo>
                <a:lnTo>
                  <a:pt x="1995011" y="818713"/>
                </a:lnTo>
                <a:cubicBezTo>
                  <a:pt x="2021298" y="864245"/>
                  <a:pt x="2021298" y="920343"/>
                  <a:pt x="1995011" y="965875"/>
                </a:cubicBezTo>
                <a:lnTo>
                  <a:pt x="1565147" y="1710920"/>
                </a:lnTo>
                <a:cubicBezTo>
                  <a:pt x="1538847" y="1756434"/>
                  <a:pt x="1490268" y="1784463"/>
                  <a:pt x="1437703" y="1784453"/>
                </a:cubicBezTo>
                <a:lnTo>
                  <a:pt x="577310" y="1784453"/>
                </a:lnTo>
                <a:cubicBezTo>
                  <a:pt x="524762" y="1784488"/>
                  <a:pt x="476200" y="1756448"/>
                  <a:pt x="449960" y="1710921"/>
                </a:cubicBezTo>
                <a:close/>
              </a:path>
            </a:pathLst>
          </a:custGeom>
          <a:gradFill flip="none" rotWithShape="1">
            <a:gsLst>
              <a:gs pos="0">
                <a:srgbClr val="0070C0">
                  <a:lumMod val="20000"/>
                  <a:lumOff val="80000"/>
                </a:srgbClr>
              </a:gs>
              <a:gs pos="52000">
                <a:srgbClr val="0070C0"/>
              </a:gs>
            </a:gsLst>
            <a:path path="circle">
              <a:fillToRect r="100000" b="100000"/>
            </a:path>
            <a:tileRect l="-100000" t="-100000"/>
          </a:gradFill>
          <a:ln w="12700" cap="flat" cmpd="sng" algn="ctr">
            <a:noFill/>
            <a:prstDash val="solid"/>
            <a:miter lim="800000"/>
          </a:ln>
          <a:effectLst>
            <a:outerShdw blurRad="279400" dist="342900" dir="5400000" sx="88000" sy="88000" algn="t" rotWithShape="0">
              <a:srgbClr val="0070C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微软雅黑"/>
              <a:ea typeface="微软雅黑"/>
              <a:cs typeface="+mn-cs"/>
            </a:endParaRPr>
          </a:p>
        </p:txBody>
      </p:sp>
      <p:pic>
        <p:nvPicPr>
          <p:cNvPr id="15" name="图形 14">
            <a:extLst>
              <a:ext uri="{FF2B5EF4-FFF2-40B4-BE49-F238E27FC236}">
                <a16:creationId xmlns:a16="http://schemas.microsoft.com/office/drawing/2014/main" id="{3D3845F4-7FC7-ED7E-15E7-CF4130C6A2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0330" y="1752786"/>
            <a:ext cx="465135" cy="465135"/>
          </a:xfrm>
          <a:prstGeom prst="rect">
            <a:avLst/>
          </a:prstGeom>
        </p:spPr>
      </p:pic>
      <p:sp>
        <p:nvSpPr>
          <p:cNvPr id="16" name="文本框 15">
            <a:extLst>
              <a:ext uri="{FF2B5EF4-FFF2-40B4-BE49-F238E27FC236}">
                <a16:creationId xmlns:a16="http://schemas.microsoft.com/office/drawing/2014/main" id="{031F8E0B-EB45-8A0C-899D-51B250D5EDCC}"/>
              </a:ext>
            </a:extLst>
          </p:cNvPr>
          <p:cNvSpPr txBox="1"/>
          <p:nvPr/>
        </p:nvSpPr>
        <p:spPr>
          <a:xfrm>
            <a:off x="1818881" y="1756256"/>
            <a:ext cx="2317531" cy="461665"/>
          </a:xfrm>
          <a:prstGeom prst="rect">
            <a:avLst/>
          </a:prstGeom>
          <a:noFill/>
        </p:spPr>
        <p:txBody>
          <a:bodyPr wrap="square" rtlCol="0">
            <a:spAutoFit/>
          </a:bodyPr>
          <a:lstStyle/>
          <a:p>
            <a:pPr>
              <a:defRPr/>
            </a:pPr>
            <a:r>
              <a:rPr lang="zh-CN" altLang="en-US" sz="2400" b="1" dirty="0">
                <a:solidFill>
                  <a:srgbClr val="000000">
                    <a:lumMod val="75000"/>
                    <a:lumOff val="25000"/>
                  </a:srgbClr>
                </a:solidFill>
                <a:latin typeface="微软雅黑"/>
                <a:ea typeface="微软雅黑"/>
              </a:rPr>
              <a:t>输入标题内容</a:t>
            </a:r>
          </a:p>
        </p:txBody>
      </p:sp>
      <p:sp>
        <p:nvSpPr>
          <p:cNvPr id="17" name="文本框 16">
            <a:extLst>
              <a:ext uri="{FF2B5EF4-FFF2-40B4-BE49-F238E27FC236}">
                <a16:creationId xmlns:a16="http://schemas.microsoft.com/office/drawing/2014/main" id="{9DF1BE55-867C-1409-4F51-D9AFDE8DE44D}"/>
              </a:ext>
            </a:extLst>
          </p:cNvPr>
          <p:cNvSpPr txBox="1"/>
          <p:nvPr/>
        </p:nvSpPr>
        <p:spPr>
          <a:xfrm>
            <a:off x="1818882" y="2660323"/>
            <a:ext cx="3486648" cy="598241"/>
          </a:xfrm>
          <a:prstGeom prst="rect">
            <a:avLst/>
          </a:prstGeom>
          <a:noFill/>
        </p:spPr>
        <p:txBody>
          <a:bodyPr wrap="square" rtlCol="0">
            <a:spAutoFit/>
          </a:bodyPr>
          <a:lstStyle>
            <a:defPPr>
              <a:defRPr lang="zh-CN"/>
            </a:defPPr>
            <a:lvl1pPr>
              <a:lnSpc>
                <a:spcPct val="120000"/>
              </a:lnSpc>
              <a:defRPr sz="1400">
                <a:solidFill>
                  <a:schemeClr val="tx1">
                    <a:lumMod val="65000"/>
                    <a:lumOff val="35000"/>
                  </a:schemeClr>
                </a:solidFill>
              </a:defRPr>
            </a:lvl1pPr>
          </a:lstStyle>
          <a:p>
            <a:pPr>
              <a:defRPr/>
            </a:pPr>
            <a:r>
              <a:rPr lang="zh-CN" altLang="en-US" dirty="0">
                <a:solidFill>
                  <a:srgbClr val="000000">
                    <a:lumMod val="65000"/>
                    <a:lumOff val="35000"/>
                  </a:srgbClr>
                </a:solidFill>
                <a:latin typeface="微软雅黑"/>
                <a:ea typeface="微软雅黑"/>
              </a:rPr>
              <a:t>输入正文内容输入正文内容输入正文内容输入正文内容输入正文内容</a:t>
            </a:r>
          </a:p>
        </p:txBody>
      </p:sp>
      <p:sp>
        <p:nvSpPr>
          <p:cNvPr id="18" name="文本框 17">
            <a:extLst>
              <a:ext uri="{FF2B5EF4-FFF2-40B4-BE49-F238E27FC236}">
                <a16:creationId xmlns:a16="http://schemas.microsoft.com/office/drawing/2014/main" id="{0550F5ED-45EB-9CF3-95F2-EED3BE24FC95}"/>
              </a:ext>
            </a:extLst>
          </p:cNvPr>
          <p:cNvSpPr txBox="1"/>
          <p:nvPr/>
        </p:nvSpPr>
        <p:spPr>
          <a:xfrm>
            <a:off x="1818882" y="3617954"/>
            <a:ext cx="3486648" cy="598241"/>
          </a:xfrm>
          <a:prstGeom prst="rect">
            <a:avLst/>
          </a:prstGeom>
          <a:noFill/>
        </p:spPr>
        <p:txBody>
          <a:bodyPr wrap="square" rtlCol="0">
            <a:spAutoFit/>
          </a:bodyPr>
          <a:lstStyle>
            <a:defPPr>
              <a:defRPr lang="zh-CN"/>
            </a:defPPr>
            <a:lvl1pPr>
              <a:lnSpc>
                <a:spcPct val="120000"/>
              </a:lnSpc>
              <a:defRPr sz="1400">
                <a:solidFill>
                  <a:schemeClr val="tx1">
                    <a:lumMod val="65000"/>
                    <a:lumOff val="35000"/>
                  </a:schemeClr>
                </a:solidFill>
              </a:defRPr>
            </a:lvl1pPr>
          </a:lstStyle>
          <a:p>
            <a:pPr>
              <a:defRPr/>
            </a:pPr>
            <a:r>
              <a:rPr lang="zh-CN" altLang="en-US" dirty="0">
                <a:solidFill>
                  <a:srgbClr val="000000">
                    <a:lumMod val="65000"/>
                    <a:lumOff val="35000"/>
                  </a:srgbClr>
                </a:solidFill>
                <a:latin typeface="微软雅黑"/>
                <a:ea typeface="微软雅黑"/>
              </a:rPr>
              <a:t>输入正文内容输入正文内容输入正文内容输入正文内容输入正文内容</a:t>
            </a:r>
          </a:p>
        </p:txBody>
      </p:sp>
      <p:sp>
        <p:nvSpPr>
          <p:cNvPr id="19" name="文本框 18">
            <a:extLst>
              <a:ext uri="{FF2B5EF4-FFF2-40B4-BE49-F238E27FC236}">
                <a16:creationId xmlns:a16="http://schemas.microsoft.com/office/drawing/2014/main" id="{FE31B13A-E69D-8EFC-F267-6DC63D30C280}"/>
              </a:ext>
            </a:extLst>
          </p:cNvPr>
          <p:cNvSpPr txBox="1"/>
          <p:nvPr/>
        </p:nvSpPr>
        <p:spPr>
          <a:xfrm>
            <a:off x="1818882" y="4575584"/>
            <a:ext cx="3486648" cy="598241"/>
          </a:xfrm>
          <a:prstGeom prst="rect">
            <a:avLst/>
          </a:prstGeom>
          <a:noFill/>
        </p:spPr>
        <p:txBody>
          <a:bodyPr wrap="square" rtlCol="0">
            <a:spAutoFit/>
          </a:bodyPr>
          <a:lstStyle>
            <a:defPPr>
              <a:defRPr lang="zh-CN"/>
            </a:defPPr>
            <a:lvl1pPr>
              <a:lnSpc>
                <a:spcPct val="120000"/>
              </a:lnSpc>
              <a:defRPr sz="1400">
                <a:solidFill>
                  <a:schemeClr val="tx1">
                    <a:lumMod val="65000"/>
                    <a:lumOff val="35000"/>
                  </a:schemeClr>
                </a:solidFill>
              </a:defRPr>
            </a:lvl1pPr>
          </a:lstStyle>
          <a:p>
            <a:pPr>
              <a:defRPr/>
            </a:pPr>
            <a:r>
              <a:rPr lang="zh-CN" altLang="en-US" dirty="0">
                <a:solidFill>
                  <a:srgbClr val="000000">
                    <a:lumMod val="65000"/>
                    <a:lumOff val="35000"/>
                  </a:srgbClr>
                </a:solidFill>
                <a:latin typeface="微软雅黑"/>
                <a:ea typeface="微软雅黑"/>
              </a:rPr>
              <a:t>输入正文内容输入正文内容输入正文内容输入正文内容输入正文内容</a:t>
            </a:r>
          </a:p>
        </p:txBody>
      </p:sp>
      <p:cxnSp>
        <p:nvCxnSpPr>
          <p:cNvPr id="20" name="直接连接符 19">
            <a:extLst>
              <a:ext uri="{FF2B5EF4-FFF2-40B4-BE49-F238E27FC236}">
                <a16:creationId xmlns:a16="http://schemas.microsoft.com/office/drawing/2014/main" id="{D29BA6A6-2B1E-97D7-1FC4-0A6B41D354A0}"/>
              </a:ext>
            </a:extLst>
          </p:cNvPr>
          <p:cNvCxnSpPr>
            <a:cxnSpLocks/>
          </p:cNvCxnSpPr>
          <p:nvPr/>
        </p:nvCxnSpPr>
        <p:spPr>
          <a:xfrm flipH="1">
            <a:off x="1872413" y="3423362"/>
            <a:ext cx="3232150" cy="0"/>
          </a:xfrm>
          <a:prstGeom prst="line">
            <a:avLst/>
          </a:prstGeom>
          <a:noFill/>
          <a:ln w="6350" cap="flat" cmpd="sng" algn="ctr">
            <a:solidFill>
              <a:srgbClr val="0070C0"/>
            </a:solidFill>
            <a:prstDash val="dash"/>
            <a:miter lim="800000"/>
            <a:headEnd type="none"/>
            <a:tailEnd type="none"/>
          </a:ln>
          <a:effectLst/>
        </p:spPr>
      </p:cxnSp>
      <p:cxnSp>
        <p:nvCxnSpPr>
          <p:cNvPr id="21" name="直接连接符 20">
            <a:extLst>
              <a:ext uri="{FF2B5EF4-FFF2-40B4-BE49-F238E27FC236}">
                <a16:creationId xmlns:a16="http://schemas.microsoft.com/office/drawing/2014/main" id="{D6E6263C-97F6-8EAB-5D80-215FADC40468}"/>
              </a:ext>
            </a:extLst>
          </p:cNvPr>
          <p:cNvCxnSpPr>
            <a:cxnSpLocks/>
          </p:cNvCxnSpPr>
          <p:nvPr/>
        </p:nvCxnSpPr>
        <p:spPr>
          <a:xfrm flipH="1">
            <a:off x="1872413" y="4377955"/>
            <a:ext cx="3232150" cy="0"/>
          </a:xfrm>
          <a:prstGeom prst="line">
            <a:avLst/>
          </a:prstGeom>
          <a:noFill/>
          <a:ln w="6350" cap="flat" cmpd="sng" algn="ctr">
            <a:solidFill>
              <a:srgbClr val="0070C0"/>
            </a:solidFill>
            <a:prstDash val="dash"/>
            <a:miter lim="800000"/>
            <a:headEnd type="none"/>
            <a:tailEnd type="none"/>
          </a:ln>
          <a:effectLst/>
        </p:spPr>
      </p:cxnSp>
      <p:sp>
        <p:nvSpPr>
          <p:cNvPr id="22" name="任意多边形: 形状 21">
            <a:extLst>
              <a:ext uri="{FF2B5EF4-FFF2-40B4-BE49-F238E27FC236}">
                <a16:creationId xmlns:a16="http://schemas.microsoft.com/office/drawing/2014/main" id="{E905C118-3676-08CF-7DE3-4F00A1904FB9}"/>
              </a:ext>
            </a:extLst>
          </p:cNvPr>
          <p:cNvSpPr/>
          <p:nvPr/>
        </p:nvSpPr>
        <p:spPr>
          <a:xfrm>
            <a:off x="-244642" y="4513218"/>
            <a:ext cx="1061448" cy="940660"/>
          </a:xfrm>
          <a:custGeom>
            <a:avLst/>
            <a:gdLst>
              <a:gd name="connsiteX0" fmla="*/ 219202 w 981730"/>
              <a:gd name="connsiteY0" fmla="*/ 834239 h 870013"/>
              <a:gd name="connsiteX1" fmla="*/ 9652 w 981730"/>
              <a:gd name="connsiteY1" fmla="*/ 470956 h 870013"/>
              <a:gd name="connsiteX2" fmla="*/ 9652 w 981730"/>
              <a:gd name="connsiteY2" fmla="*/ 399137 h 870013"/>
              <a:gd name="connsiteX3" fmla="*/ 219202 w 981730"/>
              <a:gd name="connsiteY3" fmla="*/ 35854 h 870013"/>
              <a:gd name="connsiteX4" fmla="*/ 281304 w 981730"/>
              <a:gd name="connsiteY4" fmla="*/ 40 h 870013"/>
              <a:gd name="connsiteX5" fmla="*/ 700404 w 981730"/>
              <a:gd name="connsiteY5" fmla="*/ 40 h 870013"/>
              <a:gd name="connsiteX6" fmla="*/ 762603 w 981730"/>
              <a:gd name="connsiteY6" fmla="*/ 35854 h 870013"/>
              <a:gd name="connsiteX7" fmla="*/ 972153 w 981730"/>
              <a:gd name="connsiteY7" fmla="*/ 399137 h 870013"/>
              <a:gd name="connsiteX8" fmla="*/ 972153 w 981730"/>
              <a:gd name="connsiteY8" fmla="*/ 470956 h 870013"/>
              <a:gd name="connsiteX9" fmla="*/ 762603 w 981730"/>
              <a:gd name="connsiteY9" fmla="*/ 834239 h 870013"/>
              <a:gd name="connsiteX10" fmla="*/ 700404 w 981730"/>
              <a:gd name="connsiteY10" fmla="*/ 870053 h 870013"/>
              <a:gd name="connsiteX11" fmla="*/ 281304 w 981730"/>
              <a:gd name="connsiteY11" fmla="*/ 870053 h 870013"/>
              <a:gd name="connsiteX12" fmla="*/ 219202 w 981730"/>
              <a:gd name="connsiteY12" fmla="*/ 834239 h 8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1730" h="870013">
                <a:moveTo>
                  <a:pt x="219202" y="834239"/>
                </a:moveTo>
                <a:lnTo>
                  <a:pt x="9652" y="470956"/>
                </a:lnTo>
                <a:cubicBezTo>
                  <a:pt x="-3217" y="448746"/>
                  <a:pt x="-3217" y="421347"/>
                  <a:pt x="9652" y="399137"/>
                </a:cubicBezTo>
                <a:lnTo>
                  <a:pt x="219202" y="35854"/>
                </a:lnTo>
                <a:cubicBezTo>
                  <a:pt x="232009" y="13670"/>
                  <a:pt x="255689" y="14"/>
                  <a:pt x="281304" y="40"/>
                </a:cubicBezTo>
                <a:lnTo>
                  <a:pt x="700404" y="40"/>
                </a:lnTo>
                <a:cubicBezTo>
                  <a:pt x="726049" y="0"/>
                  <a:pt x="749763" y="13655"/>
                  <a:pt x="762603" y="35854"/>
                </a:cubicBezTo>
                <a:lnTo>
                  <a:pt x="972153" y="399137"/>
                </a:lnTo>
                <a:cubicBezTo>
                  <a:pt x="984923" y="421374"/>
                  <a:pt x="984923" y="448719"/>
                  <a:pt x="972153" y="470956"/>
                </a:cubicBezTo>
                <a:lnTo>
                  <a:pt x="762603" y="834239"/>
                </a:lnTo>
                <a:cubicBezTo>
                  <a:pt x="749763" y="856438"/>
                  <a:pt x="726049" y="870093"/>
                  <a:pt x="700404" y="870053"/>
                </a:cubicBezTo>
                <a:lnTo>
                  <a:pt x="281304" y="870053"/>
                </a:lnTo>
                <a:cubicBezTo>
                  <a:pt x="255689" y="870079"/>
                  <a:pt x="232009" y="856423"/>
                  <a:pt x="219202" y="834239"/>
                </a:cubicBezTo>
                <a:close/>
              </a:path>
            </a:pathLst>
          </a:custGeom>
          <a:solidFill>
            <a:srgbClr val="FFFFFF"/>
          </a:solidFill>
          <a:ln w="9525" cap="flat">
            <a:noFill/>
            <a:prstDash val="solid"/>
            <a:miter/>
          </a:ln>
          <a:effectLst>
            <a:outerShdw blurRad="330200" sx="102000" sy="102000" algn="ctr" rotWithShape="0">
              <a:srgbClr val="0070C0">
                <a:alpha val="23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grpSp>
        <p:nvGrpSpPr>
          <p:cNvPr id="23" name="组合 22">
            <a:extLst>
              <a:ext uri="{FF2B5EF4-FFF2-40B4-BE49-F238E27FC236}">
                <a16:creationId xmlns:a16="http://schemas.microsoft.com/office/drawing/2014/main" id="{6BDE5B04-6349-1676-5E3F-34590B6C650D}"/>
              </a:ext>
            </a:extLst>
          </p:cNvPr>
          <p:cNvGrpSpPr/>
          <p:nvPr/>
        </p:nvGrpSpPr>
        <p:grpSpPr>
          <a:xfrm>
            <a:off x="-124011" y="401893"/>
            <a:ext cx="1031091" cy="613187"/>
            <a:chOff x="-262194" y="347766"/>
            <a:chExt cx="922019" cy="548322"/>
          </a:xfrm>
        </p:grpSpPr>
        <p:sp>
          <p:nvSpPr>
            <p:cNvPr id="24" name="平行四边形 23">
              <a:extLst>
                <a:ext uri="{FF2B5EF4-FFF2-40B4-BE49-F238E27FC236}">
                  <a16:creationId xmlns:a16="http://schemas.microsoft.com/office/drawing/2014/main" id="{05F6008A-94AA-A348-CAE2-D39C2B8600F0}"/>
                </a:ext>
              </a:extLst>
            </p:cNvPr>
            <p:cNvSpPr/>
            <p:nvPr/>
          </p:nvSpPr>
          <p:spPr>
            <a:xfrm>
              <a:off x="-202823" y="347766"/>
              <a:ext cx="555307" cy="258445"/>
            </a:xfrm>
            <a:prstGeom prst="parallelogram">
              <a:avLst>
                <a:gd name="adj" fmla="val 30406"/>
              </a:avLst>
            </a:prstGeom>
            <a:noFill/>
            <a:ln w="11642" cap="flat" cmpd="sng" algn="ctr">
              <a:gradFill flip="none" rotWithShape="1">
                <a:gsLst>
                  <a:gs pos="18000">
                    <a:srgbClr val="0070C0">
                      <a:alpha val="0"/>
                    </a:srgbClr>
                  </a:gs>
                  <a:gs pos="100000">
                    <a:srgbClr val="0070C0"/>
                  </a:gs>
                </a:gsLst>
                <a:lin ang="1200000" scaled="0"/>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sp>
          <p:nvSpPr>
            <p:cNvPr id="25" name="平行四边形 24">
              <a:extLst>
                <a:ext uri="{FF2B5EF4-FFF2-40B4-BE49-F238E27FC236}">
                  <a16:creationId xmlns:a16="http://schemas.microsoft.com/office/drawing/2014/main" id="{44409379-E089-2AB5-A3A5-6A14CCA49A83}"/>
                </a:ext>
              </a:extLst>
            </p:cNvPr>
            <p:cNvSpPr/>
            <p:nvPr/>
          </p:nvSpPr>
          <p:spPr>
            <a:xfrm>
              <a:off x="-262194" y="665516"/>
              <a:ext cx="733424" cy="230572"/>
            </a:xfrm>
            <a:prstGeom prst="parallelogram">
              <a:avLst>
                <a:gd name="adj" fmla="val 30406"/>
              </a:avLst>
            </a:prstGeom>
            <a:gradFill>
              <a:gsLst>
                <a:gs pos="23000">
                  <a:srgbClr val="0070C0"/>
                </a:gs>
                <a:gs pos="100000">
                  <a:srgbClr val="0070C0">
                    <a:lumMod val="60000"/>
                    <a:lumOff val="40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sp>
          <p:nvSpPr>
            <p:cNvPr id="26" name="平行四边形 25">
              <a:extLst>
                <a:ext uri="{FF2B5EF4-FFF2-40B4-BE49-F238E27FC236}">
                  <a16:creationId xmlns:a16="http://schemas.microsoft.com/office/drawing/2014/main" id="{B4D43C3A-73B1-A24C-9DC7-99261963787C}"/>
                </a:ext>
              </a:extLst>
            </p:cNvPr>
            <p:cNvSpPr/>
            <p:nvPr/>
          </p:nvSpPr>
          <p:spPr>
            <a:xfrm>
              <a:off x="-262194" y="497087"/>
              <a:ext cx="922019" cy="258445"/>
            </a:xfrm>
            <a:prstGeom prst="parallelogram">
              <a:avLst>
                <a:gd name="adj" fmla="val 30406"/>
              </a:avLst>
            </a:prstGeom>
            <a:gradFill>
              <a:gsLst>
                <a:gs pos="23000">
                  <a:srgbClr val="0070C0">
                    <a:alpha val="0"/>
                  </a:srgbClr>
                </a:gs>
                <a:gs pos="100000">
                  <a:srgbClr val="0070C0">
                    <a:alpha val="50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grpSp>
    </p:spTree>
    <p:extLst>
      <p:ext uri="{BB962C8B-B14F-4D97-AF65-F5344CB8AC3E}">
        <p14:creationId xmlns:p14="http://schemas.microsoft.com/office/powerpoint/2010/main" val="14652892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Words>
  <Application>Microsoft Office PowerPoint</Application>
  <PresentationFormat>宽屏</PresentationFormat>
  <Paragraphs>5</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等线 Light</vt:lpstr>
      <vt:lpstr>微软雅黑</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1198611347@qq.com</dc:creator>
  <cp:lastModifiedBy>1198611347@qq.com</cp:lastModifiedBy>
  <cp:revision>1</cp:revision>
  <dcterms:created xsi:type="dcterms:W3CDTF">2025-05-02T09:56:22Z</dcterms:created>
  <dcterms:modified xsi:type="dcterms:W3CDTF">2025-05-02T09:56:47Z</dcterms:modified>
</cp:coreProperties>
</file>