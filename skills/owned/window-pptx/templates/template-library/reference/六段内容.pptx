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5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9DD0DE-321F-F01A-C872-44AEBCD22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E11105-474C-7118-9B09-25B61F889E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A515EC-7E7E-7E66-FEE7-6244B7155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78D1-14C6-4912-9B6A-E7A9241330B6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917B4A-50F6-DDA7-5303-CAD2A32D9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5A148E-DB2B-E564-77D6-538917B6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6280-A2B4-49B6-8C67-47EA40EE5A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9106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51DD4C-D2CF-675D-37DC-234EE8739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ADEB58-8FFD-9B31-1AFF-307CF1BBF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774F9A-438E-E990-E4F2-AD30FFFEA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78D1-14C6-4912-9B6A-E7A9241330B6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00A552-FF17-7205-0492-EFED5E1A0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9F140A-5DE9-EE8A-FF60-4E785CBBC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6280-A2B4-49B6-8C67-47EA40EE5A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400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51637F-6C98-BBB2-3D8A-B1AAC2E21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9CA8B7-9865-A35B-88EA-C24B575C3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B760EE-01EC-E3E1-E215-2EABAF9AF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78D1-14C6-4912-9B6A-E7A9241330B6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3B6CFD-A659-7985-3C39-E581C87C8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B1F28E-777A-8930-C20E-E8265FC63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6280-A2B4-49B6-8C67-47EA40EE5A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564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2317C5-C5FF-357B-0190-24992442D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F7B420-2379-FE0F-0431-B12CAB7DC6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3364C8D-90CB-1C15-4ED7-4D8AC03E9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3BA07C-5A21-77AD-A51B-EC8CC652E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78D1-14C6-4912-9B6A-E7A9241330B6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6BFC1C-4919-EE7C-8029-64A227E8D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567BC4-B347-1A5F-09E7-D78EB4D5D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6280-A2B4-49B6-8C67-47EA40EE5A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104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B91B5D-B18F-9DCB-B191-DB26B57E4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804A2E-3DA6-1E79-76A8-1832E2703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9BB758-6C4E-4FFC-C988-2F6021A2A5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5EEAD6C-B373-37C3-1576-B6FA19C80D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7C696E4-C0C2-FE3C-1322-121082AF2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69243BE-5C72-518E-0CA2-FA8560867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78D1-14C6-4912-9B6A-E7A9241330B6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E945C82-708D-A2B7-80C6-EB818F76E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7A72322-E9B5-957B-1C73-A48C2EA6F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6280-A2B4-49B6-8C67-47EA40EE5A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709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D2340B-ABB7-9972-901F-C3F89899D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C5B3EBB-1FA6-9F39-072F-AC7388177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78D1-14C6-4912-9B6A-E7A9241330B6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D126623-3CEB-E4E7-5952-925624AE3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E21CEC3-4F72-742A-9DA3-A314A308F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6280-A2B4-49B6-8C67-47EA40EE5A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366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C98BF10-087E-E941-BBA8-6F40E12BC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78D1-14C6-4912-9B6A-E7A9241330B6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2731AF6-4C04-403E-4280-D3E141D0C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0BEB0C-02D6-DC94-464C-25D0F7158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6280-A2B4-49B6-8C67-47EA40EE5A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2846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19C731-F35E-1886-EAF1-26165CFC1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AD6D31-E7B8-45DF-0F92-B389DE27D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6BD13A-BAF5-FC39-82EA-1D6106D43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36709F-24C8-D4A9-E7C2-C6C4C5397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78D1-14C6-4912-9B6A-E7A9241330B6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C9FCED-CA93-44B2-DA1E-C09609E6A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D1FF4A-D5DA-7E7E-B600-1A74B87A2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6280-A2B4-49B6-8C67-47EA40EE5A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8526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9C7AAB-D4C8-9E9D-DF09-4131BE28B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93DA918-466B-09FA-F779-2630A586A0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537EF5-A74C-EED8-D973-F2C31EEA1D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5CB62A-1FB5-A2DF-9BBA-0C50D17F4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78D1-14C6-4912-9B6A-E7A9241330B6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80544C-B624-4744-40AA-BE228121C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39A43A-26A5-57B6-4B40-CFF76260A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6280-A2B4-49B6-8C67-47EA40EE5A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7600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EDFD86-5343-5684-8511-1A9D50E9B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5CD62BC-BC53-CA6B-8962-E3EB0785F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7DB099-259F-5B5D-5C0F-7E87059AF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78D1-14C6-4912-9B6A-E7A9241330B6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B6BB49-25A4-9DD9-3B18-C45D8718C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A5EE6A-8F0C-CA8E-55F6-AE97A6D3C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6280-A2B4-49B6-8C67-47EA40EE5A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1505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DFED300-595A-B2AA-87C0-E0B762FE3C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ED482C0-4D8E-204D-54F8-7B49AD875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7DFA8A-62B4-0D42-4D71-9BF4369E4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78D1-14C6-4912-9B6A-E7A9241330B6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D105C6-4E52-C325-058E-DE44F05CF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B70E0D-5A39-98F1-7C9D-F0D9FFD3E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6280-A2B4-49B6-8C67-47EA40EE5A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090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1699B0-659C-3075-43DA-BAA519CB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79BE11-3A98-EFE0-2904-69C4C839D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8CB701-AC7E-3336-D266-4AF4AB9263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5B78D1-14C6-4912-9B6A-E7A9241330B6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B06366-00BC-E06F-C28C-A9FDAF5F34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615B13-A7D2-FC34-6733-81E303D3F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A6280-A2B4-49B6-8C67-47EA40EE5A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576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image" Target="../media/image4.png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image" Target="../media/image3.pn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2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1.png"/><Relationship Id="rId28" Type="http://schemas.openxmlformats.org/officeDocument/2006/relationships/image" Target="../media/image6.png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slideLayout" Target="../slideLayouts/slideLayout1.xml"/><Relationship Id="rId2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34C2798-3E26-C3C2-D456-A6843031221C}"/>
              </a:ext>
            </a:extLst>
          </p:cNvPr>
          <p:cNvSpPr txBox="1"/>
          <p:nvPr/>
        </p:nvSpPr>
        <p:spPr>
          <a:xfrm>
            <a:off x="984524" y="408631"/>
            <a:ext cx="2965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0070C0"/>
                </a:solidFill>
                <a:latin typeface="微软雅黑"/>
                <a:ea typeface="微软雅黑"/>
              </a:rPr>
              <a:t>请输入大标题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9F087605-E39A-3512-B233-C53D4C26D430}"/>
              </a:ext>
            </a:extLst>
          </p:cNvPr>
          <p:cNvGrpSpPr/>
          <p:nvPr/>
        </p:nvGrpSpPr>
        <p:grpSpPr>
          <a:xfrm>
            <a:off x="-124011" y="401893"/>
            <a:ext cx="1031091" cy="613187"/>
            <a:chOff x="-262194" y="347766"/>
            <a:chExt cx="922019" cy="548322"/>
          </a:xfrm>
        </p:grpSpPr>
        <p:sp>
          <p:nvSpPr>
            <p:cNvPr id="6" name="平行四边形 5">
              <a:extLst>
                <a:ext uri="{FF2B5EF4-FFF2-40B4-BE49-F238E27FC236}">
                  <a16:creationId xmlns:a16="http://schemas.microsoft.com/office/drawing/2014/main" id="{8A764225-D0FF-1473-A415-6C25CDFC06B0}"/>
                </a:ext>
              </a:extLst>
            </p:cNvPr>
            <p:cNvSpPr/>
            <p:nvPr/>
          </p:nvSpPr>
          <p:spPr>
            <a:xfrm>
              <a:off x="-202823" y="347766"/>
              <a:ext cx="555307" cy="258445"/>
            </a:xfrm>
            <a:prstGeom prst="parallelogram">
              <a:avLst>
                <a:gd name="adj" fmla="val 30406"/>
              </a:avLst>
            </a:prstGeom>
            <a:noFill/>
            <a:ln w="11642" cap="flat" cmpd="sng" algn="ctr">
              <a:gradFill flip="none" rotWithShape="1">
                <a:gsLst>
                  <a:gs pos="18000">
                    <a:srgbClr val="0070C0">
                      <a:alpha val="0"/>
                    </a:srgbClr>
                  </a:gs>
                  <a:gs pos="100000">
                    <a:srgbClr val="0070C0"/>
                  </a:gs>
                </a:gsLst>
                <a:lin ang="1200000" scaled="0"/>
                <a:tileRect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7" name="平行四边形 6">
              <a:extLst>
                <a:ext uri="{FF2B5EF4-FFF2-40B4-BE49-F238E27FC236}">
                  <a16:creationId xmlns:a16="http://schemas.microsoft.com/office/drawing/2014/main" id="{1E59E1C2-6FF0-37D5-E209-81EBA3718D0B}"/>
                </a:ext>
              </a:extLst>
            </p:cNvPr>
            <p:cNvSpPr/>
            <p:nvPr/>
          </p:nvSpPr>
          <p:spPr>
            <a:xfrm>
              <a:off x="-262194" y="665516"/>
              <a:ext cx="733424" cy="230572"/>
            </a:xfrm>
            <a:prstGeom prst="parallelogram">
              <a:avLst>
                <a:gd name="adj" fmla="val 30406"/>
              </a:avLst>
            </a:prstGeom>
            <a:gradFill>
              <a:gsLst>
                <a:gs pos="23000">
                  <a:srgbClr val="0070C0"/>
                </a:gs>
                <a:gs pos="100000">
                  <a:srgbClr val="0070C0">
                    <a:lumMod val="60000"/>
                    <a:lumOff val="40000"/>
                  </a:srgbClr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8" name="平行四边形 7">
              <a:extLst>
                <a:ext uri="{FF2B5EF4-FFF2-40B4-BE49-F238E27FC236}">
                  <a16:creationId xmlns:a16="http://schemas.microsoft.com/office/drawing/2014/main" id="{E209E989-06FD-2429-5DE6-10A4FA90B37A}"/>
                </a:ext>
              </a:extLst>
            </p:cNvPr>
            <p:cNvSpPr/>
            <p:nvPr/>
          </p:nvSpPr>
          <p:spPr>
            <a:xfrm>
              <a:off x="-262194" y="497087"/>
              <a:ext cx="922019" cy="258445"/>
            </a:xfrm>
            <a:prstGeom prst="parallelogram">
              <a:avLst>
                <a:gd name="adj" fmla="val 30406"/>
              </a:avLst>
            </a:prstGeom>
            <a:gradFill>
              <a:gsLst>
                <a:gs pos="23000">
                  <a:srgbClr val="0070C0">
                    <a:alpha val="0"/>
                  </a:srgbClr>
                </a:gs>
                <a:gs pos="100000">
                  <a:srgbClr val="0070C0">
                    <a:alpha val="50000"/>
                  </a:srgbClr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A3161797-4DE3-2A08-257C-08AF936715E6}"/>
              </a:ext>
            </a:extLst>
          </p:cNvPr>
          <p:cNvGrpSpPr/>
          <p:nvPr/>
        </p:nvGrpSpPr>
        <p:grpSpPr>
          <a:xfrm>
            <a:off x="407987" y="1319762"/>
            <a:ext cx="3653489" cy="3114147"/>
            <a:chOff x="407987" y="1319762"/>
            <a:chExt cx="3653489" cy="3114147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F70C7C1-8B4F-89B3-BC1C-B190CEC2E641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 flipV="1">
              <a:off x="407987" y="1797700"/>
              <a:ext cx="3653489" cy="2636209"/>
            </a:xfrm>
            <a:prstGeom prst="rect">
              <a:avLst/>
            </a:prstGeom>
            <a:gradFill>
              <a:gsLst>
                <a:gs pos="100000">
                  <a:srgbClr val="0070C0">
                    <a:lumMod val="60000"/>
                    <a:lumOff val="40000"/>
                    <a:alpha val="10000"/>
                  </a:srgbClr>
                </a:gs>
                <a:gs pos="28000">
                  <a:srgbClr val="0070C0">
                    <a:lumMod val="40000"/>
                    <a:lumOff val="60000"/>
                    <a:alpha val="0"/>
                  </a:srgbClr>
                </a:gs>
              </a:gsLst>
              <a:lin ang="5400000" scaled="1"/>
            </a:gradFill>
            <a:ln w="3175" cap="flat" cmpd="sng" algn="ctr">
              <a:gradFill>
                <a:gsLst>
                  <a:gs pos="31000">
                    <a:srgbClr val="0070C0">
                      <a:lumMod val="40000"/>
                      <a:lumOff val="60000"/>
                      <a:alpha val="0"/>
                    </a:srgbClr>
                  </a:gs>
                  <a:gs pos="100000">
                    <a:srgbClr val="0070C0">
                      <a:lumMod val="40000"/>
                      <a:lumOff val="60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210"/>
                </a:solidFill>
                <a:effectLst/>
                <a:uLnTx/>
                <a:uFillTx/>
                <a:latin typeface="微软雅黑" panose="020B0503020204020204" charset="-122"/>
                <a:ea typeface="微软雅黑"/>
                <a:sym typeface="微软雅黑" panose="020B0503020204020204" charset="-122"/>
              </a:endParaRPr>
            </a:p>
          </p:txBody>
        </p:sp>
        <p:sp>
          <p:nvSpPr>
            <p:cNvPr id="11" name="PA-文本框 65">
              <a:extLst>
                <a:ext uri="{FF2B5EF4-FFF2-40B4-BE49-F238E27FC236}">
                  <a16:creationId xmlns:a16="http://schemas.microsoft.com/office/drawing/2014/main" id="{D40C01B8-50C7-D376-A386-94F81DA45D0A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565641" y="1319762"/>
              <a:ext cx="33228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600" b="1" spc="300">
                  <a:gradFill flip="none" rotWithShape="1">
                    <a:gsLst>
                      <a:gs pos="0">
                        <a:srgbClr val="00F3FF"/>
                      </a:gs>
                      <a:gs pos="100000">
                        <a:srgbClr val="00F3FF">
                          <a:lumMod val="0"/>
                          <a:lumOff val="100000"/>
                        </a:srgbClr>
                      </a:gs>
                    </a:gsLst>
                    <a:lin ang="13500000" scaled="1"/>
                    <a:tileRect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/>
                  <a:ea typeface="微软雅黑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300" normalizeH="0" baseline="0" noProof="0">
                  <a:ln>
                    <a:noFill/>
                  </a:ln>
                  <a:gradFill>
                    <a:gsLst>
                      <a:gs pos="100000">
                        <a:srgbClr val="0070C0"/>
                      </a:gs>
                      <a:gs pos="0">
                        <a:srgbClr val="0070C0"/>
                      </a:gs>
                    </a:gsLst>
                    <a:lin ang="5400000" scaled="1"/>
                  </a:gradFill>
                  <a:effectLst>
                    <a:reflection blurRad="215900" stA="30000" endPos="45500" dist="63500" dir="5400000" sy="-100000" algn="bl" rotWithShape="0"/>
                  </a:effectLst>
                  <a:uLnTx/>
                  <a:uFillTx/>
                  <a:latin typeface="微软雅黑"/>
                  <a:ea typeface="微软雅黑"/>
                </a:rPr>
                <a:t>输入关键词</a:t>
              </a:r>
              <a:endParaRPr kumimoji="0" lang="zh-CN" altLang="en-US" sz="2000" b="1" i="0" u="none" strike="noStrike" kern="0" cap="none" spc="300" normalizeH="0" baseline="0" noProof="0" dirty="0">
                <a:ln>
                  <a:noFill/>
                </a:ln>
                <a:gradFill>
                  <a:gsLst>
                    <a:gs pos="100000">
                      <a:srgbClr val="0070C0"/>
                    </a:gs>
                    <a:gs pos="0">
                      <a:srgbClr val="0070C0"/>
                    </a:gs>
                  </a:gsLst>
                  <a:lin ang="5400000" scaled="1"/>
                </a:gradFill>
                <a:effectLst>
                  <a:reflection blurRad="215900" stA="30000" endPos="45500" dist="63500" dir="5400000" sy="-100000" algn="bl" rotWithShape="0"/>
                </a:effectLst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12" name="PA-文本框 50">
              <a:extLst>
                <a:ext uri="{FF2B5EF4-FFF2-40B4-BE49-F238E27FC236}">
                  <a16:creationId xmlns:a16="http://schemas.microsoft.com/office/drawing/2014/main" id="{E425867D-BDCC-848A-AE18-6EBF912D915A}"/>
                </a:ext>
              </a:extLst>
            </p:cNvPr>
            <p:cNvSpPr txBox="1"/>
            <p:nvPr>
              <p:custDataLst>
                <p:tags r:id="rId21"/>
              </p:custDataLst>
            </p:nvPr>
          </p:nvSpPr>
          <p:spPr>
            <a:xfrm>
              <a:off x="1208748" y="1961728"/>
              <a:ext cx="2051844" cy="27206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</a:rPr>
                <a:t>请单击文本框编辑文案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7F0B235E-2D4E-6480-EDA9-F63F2D0AB46C}"/>
                </a:ext>
              </a:extLst>
            </p:cNvPr>
            <p:cNvSpPr/>
            <p:nvPr/>
          </p:nvSpPr>
          <p:spPr>
            <a:xfrm>
              <a:off x="757031" y="2370228"/>
              <a:ext cx="2963119" cy="1419922"/>
            </a:xfrm>
            <a:prstGeom prst="roundRect">
              <a:avLst>
                <a:gd name="adj" fmla="val 3072"/>
              </a:avLst>
            </a:prstGeom>
            <a:blipFill>
              <a:blip r:embed="rId23"/>
              <a:srcRect/>
              <a:stretch>
                <a:fillRect t="-19561" b="-19561"/>
              </a:stretch>
            </a:blip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304800" dist="38100" dir="2700000" algn="tl" rotWithShape="0">
                <a:srgbClr val="0070C0">
                  <a:alpha val="3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E61DD35-FAC2-4050-A0D1-B11915A31361}"/>
              </a:ext>
            </a:extLst>
          </p:cNvPr>
          <p:cNvGrpSpPr/>
          <p:nvPr/>
        </p:nvGrpSpPr>
        <p:grpSpPr>
          <a:xfrm>
            <a:off x="4269255" y="1319762"/>
            <a:ext cx="3653489" cy="3114147"/>
            <a:chOff x="4269255" y="1319762"/>
            <a:chExt cx="3653489" cy="3114147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973B79D7-B9FA-6332-2197-BFE04AC3357B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 flipV="1">
              <a:off x="4269255" y="1797700"/>
              <a:ext cx="3653489" cy="2636209"/>
            </a:xfrm>
            <a:prstGeom prst="rect">
              <a:avLst/>
            </a:prstGeom>
            <a:gradFill>
              <a:gsLst>
                <a:gs pos="100000">
                  <a:srgbClr val="0070C0">
                    <a:lumMod val="60000"/>
                    <a:lumOff val="40000"/>
                    <a:alpha val="10000"/>
                  </a:srgbClr>
                </a:gs>
                <a:gs pos="28000">
                  <a:srgbClr val="0070C0">
                    <a:lumMod val="40000"/>
                    <a:lumOff val="60000"/>
                    <a:alpha val="0"/>
                  </a:srgbClr>
                </a:gs>
              </a:gsLst>
              <a:lin ang="5400000" scaled="1"/>
            </a:gradFill>
            <a:ln w="3175" cap="flat" cmpd="sng" algn="ctr">
              <a:gradFill>
                <a:gsLst>
                  <a:gs pos="31000">
                    <a:srgbClr val="0070C0">
                      <a:lumMod val="40000"/>
                      <a:lumOff val="60000"/>
                      <a:alpha val="0"/>
                    </a:srgbClr>
                  </a:gs>
                  <a:gs pos="100000">
                    <a:srgbClr val="0070C0">
                      <a:lumMod val="40000"/>
                      <a:lumOff val="60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210"/>
                </a:solidFill>
                <a:effectLst/>
                <a:uLnTx/>
                <a:uFillTx/>
                <a:latin typeface="微软雅黑" panose="020B0503020204020204" charset="-122"/>
                <a:ea typeface="微软雅黑"/>
                <a:sym typeface="微软雅黑" panose="020B0503020204020204" charset="-122"/>
              </a:endParaRPr>
            </a:p>
          </p:txBody>
        </p:sp>
        <p:sp>
          <p:nvSpPr>
            <p:cNvPr id="16" name="PA-文本框 65">
              <a:extLst>
                <a:ext uri="{FF2B5EF4-FFF2-40B4-BE49-F238E27FC236}">
                  <a16:creationId xmlns:a16="http://schemas.microsoft.com/office/drawing/2014/main" id="{ABDDA075-A0E6-90EA-07C8-409BF9D39197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4426909" y="1319762"/>
              <a:ext cx="33228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600" b="1" spc="300">
                  <a:gradFill flip="none" rotWithShape="1">
                    <a:gsLst>
                      <a:gs pos="0">
                        <a:srgbClr val="00F3FF"/>
                      </a:gs>
                      <a:gs pos="100000">
                        <a:srgbClr val="00F3FF">
                          <a:lumMod val="0"/>
                          <a:lumOff val="100000"/>
                        </a:srgbClr>
                      </a:gs>
                    </a:gsLst>
                    <a:lin ang="13500000" scaled="1"/>
                    <a:tileRect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/>
                  <a:ea typeface="微软雅黑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300" normalizeH="0" baseline="0" noProof="0">
                  <a:ln>
                    <a:noFill/>
                  </a:ln>
                  <a:gradFill>
                    <a:gsLst>
                      <a:gs pos="100000">
                        <a:srgbClr val="0070C0"/>
                      </a:gs>
                      <a:gs pos="0">
                        <a:srgbClr val="0070C0"/>
                      </a:gs>
                    </a:gsLst>
                    <a:lin ang="5400000" scaled="1"/>
                  </a:gradFill>
                  <a:effectLst>
                    <a:reflection blurRad="215900" stA="30000" endPos="45500" dist="63500" dir="5400000" sy="-100000" algn="bl" rotWithShape="0"/>
                  </a:effectLst>
                  <a:uLnTx/>
                  <a:uFillTx/>
                  <a:latin typeface="微软雅黑"/>
                  <a:ea typeface="微软雅黑"/>
                </a:rPr>
                <a:t>输入关键词</a:t>
              </a:r>
              <a:endParaRPr kumimoji="0" lang="zh-CN" altLang="en-US" sz="2000" b="1" i="0" u="none" strike="noStrike" kern="0" cap="none" spc="300" normalizeH="0" baseline="0" noProof="0" dirty="0">
                <a:ln>
                  <a:noFill/>
                </a:ln>
                <a:gradFill>
                  <a:gsLst>
                    <a:gs pos="100000">
                      <a:srgbClr val="0070C0"/>
                    </a:gs>
                    <a:gs pos="0">
                      <a:srgbClr val="0070C0"/>
                    </a:gs>
                  </a:gsLst>
                  <a:lin ang="5400000" scaled="1"/>
                </a:gradFill>
                <a:effectLst>
                  <a:reflection blurRad="215900" stA="30000" endPos="45500" dist="63500" dir="5400000" sy="-100000" algn="bl" rotWithShape="0"/>
                </a:effectLst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17" name="PA-文本框 50">
              <a:extLst>
                <a:ext uri="{FF2B5EF4-FFF2-40B4-BE49-F238E27FC236}">
                  <a16:creationId xmlns:a16="http://schemas.microsoft.com/office/drawing/2014/main" id="{5D11B61F-4B96-D12A-3D6D-1463AC7EA18B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5070016" y="1961728"/>
              <a:ext cx="2051844" cy="27206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</a:rPr>
                <a:t>请单击文本框编辑文案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97116B1D-3F18-B9B9-69C3-A0CA28269D18}"/>
                </a:ext>
              </a:extLst>
            </p:cNvPr>
            <p:cNvSpPr/>
            <p:nvPr/>
          </p:nvSpPr>
          <p:spPr>
            <a:xfrm>
              <a:off x="4618299" y="2370228"/>
              <a:ext cx="2963119" cy="1419922"/>
            </a:xfrm>
            <a:prstGeom prst="roundRect">
              <a:avLst>
                <a:gd name="adj" fmla="val 3072"/>
              </a:avLst>
            </a:prstGeom>
            <a:blipFill>
              <a:blip r:embed="rId24"/>
              <a:srcRect/>
              <a:stretch>
                <a:fillRect t="-19561" b="-19561"/>
              </a:stretch>
            </a:blip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304800" dist="38100" dir="2700000" algn="tl" rotWithShape="0">
                <a:srgbClr val="0070C0">
                  <a:alpha val="3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DC89C84D-6B10-097F-24F8-05092E856340}"/>
              </a:ext>
            </a:extLst>
          </p:cNvPr>
          <p:cNvGrpSpPr/>
          <p:nvPr/>
        </p:nvGrpSpPr>
        <p:grpSpPr>
          <a:xfrm>
            <a:off x="8130523" y="1319762"/>
            <a:ext cx="3653489" cy="3114147"/>
            <a:chOff x="8130523" y="1319762"/>
            <a:chExt cx="3653489" cy="3114147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67B2BEBB-A8C3-3723-7F91-64CE7A46324A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 flipV="1">
              <a:off x="8130523" y="1797700"/>
              <a:ext cx="3653489" cy="2636209"/>
            </a:xfrm>
            <a:prstGeom prst="rect">
              <a:avLst/>
            </a:prstGeom>
            <a:gradFill>
              <a:gsLst>
                <a:gs pos="100000">
                  <a:srgbClr val="0070C0">
                    <a:lumMod val="60000"/>
                    <a:lumOff val="40000"/>
                    <a:alpha val="10000"/>
                  </a:srgbClr>
                </a:gs>
                <a:gs pos="28000">
                  <a:srgbClr val="0070C0">
                    <a:lumMod val="40000"/>
                    <a:lumOff val="60000"/>
                    <a:alpha val="0"/>
                  </a:srgbClr>
                </a:gs>
              </a:gsLst>
              <a:lin ang="5400000" scaled="1"/>
            </a:gradFill>
            <a:ln w="3175" cap="flat" cmpd="sng" algn="ctr">
              <a:gradFill>
                <a:gsLst>
                  <a:gs pos="31000">
                    <a:srgbClr val="0070C0">
                      <a:lumMod val="40000"/>
                      <a:lumOff val="60000"/>
                      <a:alpha val="0"/>
                    </a:srgbClr>
                  </a:gs>
                  <a:gs pos="100000">
                    <a:srgbClr val="0070C0">
                      <a:lumMod val="40000"/>
                      <a:lumOff val="60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210"/>
                </a:solidFill>
                <a:effectLst/>
                <a:uLnTx/>
                <a:uFillTx/>
                <a:latin typeface="微软雅黑" panose="020B0503020204020204" charset="-122"/>
                <a:ea typeface="微软雅黑"/>
                <a:sym typeface="微软雅黑" panose="020B0503020204020204" charset="-122"/>
              </a:endParaRPr>
            </a:p>
          </p:txBody>
        </p:sp>
        <p:sp>
          <p:nvSpPr>
            <p:cNvPr id="21" name="PA-文本框 65">
              <a:extLst>
                <a:ext uri="{FF2B5EF4-FFF2-40B4-BE49-F238E27FC236}">
                  <a16:creationId xmlns:a16="http://schemas.microsoft.com/office/drawing/2014/main" id="{AAD21231-6903-7743-1E98-2E1930950381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8288177" y="1319762"/>
              <a:ext cx="33228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600" b="1" spc="300">
                  <a:gradFill flip="none" rotWithShape="1">
                    <a:gsLst>
                      <a:gs pos="0">
                        <a:srgbClr val="00F3FF"/>
                      </a:gs>
                      <a:gs pos="100000">
                        <a:srgbClr val="00F3FF">
                          <a:lumMod val="0"/>
                          <a:lumOff val="100000"/>
                        </a:srgbClr>
                      </a:gs>
                    </a:gsLst>
                    <a:lin ang="13500000" scaled="1"/>
                    <a:tileRect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/>
                  <a:ea typeface="微软雅黑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300" normalizeH="0" baseline="0" noProof="0">
                  <a:ln>
                    <a:noFill/>
                  </a:ln>
                  <a:gradFill>
                    <a:gsLst>
                      <a:gs pos="100000">
                        <a:srgbClr val="0070C0"/>
                      </a:gs>
                      <a:gs pos="0">
                        <a:srgbClr val="0070C0"/>
                      </a:gs>
                    </a:gsLst>
                    <a:lin ang="5400000" scaled="1"/>
                  </a:gradFill>
                  <a:effectLst>
                    <a:reflection blurRad="215900" stA="30000" endPos="45500" dist="63500" dir="5400000" sy="-100000" algn="bl" rotWithShape="0"/>
                  </a:effectLst>
                  <a:uLnTx/>
                  <a:uFillTx/>
                  <a:latin typeface="微软雅黑"/>
                  <a:ea typeface="微软雅黑"/>
                </a:rPr>
                <a:t>输入关键词</a:t>
              </a:r>
              <a:endParaRPr kumimoji="0" lang="zh-CN" altLang="en-US" sz="2000" b="1" i="0" u="none" strike="noStrike" kern="0" cap="none" spc="300" normalizeH="0" baseline="0" noProof="0" dirty="0">
                <a:ln>
                  <a:noFill/>
                </a:ln>
                <a:gradFill>
                  <a:gsLst>
                    <a:gs pos="100000">
                      <a:srgbClr val="0070C0"/>
                    </a:gs>
                    <a:gs pos="0">
                      <a:srgbClr val="0070C0"/>
                    </a:gs>
                  </a:gsLst>
                  <a:lin ang="5400000" scaled="1"/>
                </a:gradFill>
                <a:effectLst>
                  <a:reflection blurRad="215900" stA="30000" endPos="45500" dist="63500" dir="5400000" sy="-100000" algn="bl" rotWithShape="0"/>
                </a:effectLst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22" name="PA-文本框 50">
              <a:extLst>
                <a:ext uri="{FF2B5EF4-FFF2-40B4-BE49-F238E27FC236}">
                  <a16:creationId xmlns:a16="http://schemas.microsoft.com/office/drawing/2014/main" id="{69C89E02-6B78-C7A7-C36F-70D59771F994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8931284" y="1961728"/>
              <a:ext cx="2051844" cy="27206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</a:rPr>
                <a:t>请单击文本框编辑文案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BCD35B21-88D2-28E2-E612-6FBAAEE18C14}"/>
                </a:ext>
              </a:extLst>
            </p:cNvPr>
            <p:cNvSpPr/>
            <p:nvPr/>
          </p:nvSpPr>
          <p:spPr>
            <a:xfrm>
              <a:off x="8479567" y="2370228"/>
              <a:ext cx="2963119" cy="1419922"/>
            </a:xfrm>
            <a:prstGeom prst="roundRect">
              <a:avLst>
                <a:gd name="adj" fmla="val 3072"/>
              </a:avLst>
            </a:prstGeom>
            <a:blipFill>
              <a:blip r:embed="rId25"/>
              <a:srcRect/>
              <a:stretch>
                <a:fillRect t="-19561" b="-19561"/>
              </a:stretch>
            </a:blip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304800" dist="38100" dir="2700000" algn="tl" rotWithShape="0">
                <a:srgbClr val="0070C0">
                  <a:alpha val="3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9B518070-CE05-D277-AF95-D0AC168C7AC9}"/>
              </a:ext>
            </a:extLst>
          </p:cNvPr>
          <p:cNvGrpSpPr/>
          <p:nvPr/>
        </p:nvGrpSpPr>
        <p:grpSpPr>
          <a:xfrm>
            <a:off x="407988" y="3972888"/>
            <a:ext cx="3653489" cy="3183948"/>
            <a:chOff x="407988" y="3972888"/>
            <a:chExt cx="3653489" cy="3183948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8912213-F4DC-7F14-DEB8-DBFF562CF763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 flipV="1">
              <a:off x="407988" y="4520627"/>
              <a:ext cx="3653489" cy="2636209"/>
            </a:xfrm>
            <a:prstGeom prst="rect">
              <a:avLst/>
            </a:prstGeom>
            <a:gradFill>
              <a:gsLst>
                <a:gs pos="100000">
                  <a:srgbClr val="0070C0">
                    <a:lumMod val="60000"/>
                    <a:lumOff val="40000"/>
                    <a:alpha val="10000"/>
                  </a:srgbClr>
                </a:gs>
                <a:gs pos="28000">
                  <a:srgbClr val="0070C0">
                    <a:lumMod val="40000"/>
                    <a:lumOff val="60000"/>
                    <a:alpha val="0"/>
                  </a:srgbClr>
                </a:gs>
              </a:gsLst>
              <a:lin ang="5400000" scaled="1"/>
            </a:gradFill>
            <a:ln w="3175" cap="flat" cmpd="sng" algn="ctr">
              <a:gradFill>
                <a:gsLst>
                  <a:gs pos="31000">
                    <a:srgbClr val="0070C0">
                      <a:lumMod val="40000"/>
                      <a:lumOff val="60000"/>
                      <a:alpha val="0"/>
                    </a:srgbClr>
                  </a:gs>
                  <a:gs pos="100000">
                    <a:srgbClr val="0070C0">
                      <a:lumMod val="40000"/>
                      <a:lumOff val="60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210"/>
                </a:solidFill>
                <a:effectLst/>
                <a:uLnTx/>
                <a:uFillTx/>
                <a:latin typeface="微软雅黑" panose="020B0503020204020204" charset="-122"/>
                <a:ea typeface="微软雅黑"/>
                <a:sym typeface="微软雅黑" panose="020B0503020204020204" charset="-122"/>
              </a:endParaRPr>
            </a:p>
          </p:txBody>
        </p:sp>
        <p:sp>
          <p:nvSpPr>
            <p:cNvPr id="26" name="梯形 25">
              <a:extLst>
                <a:ext uri="{FF2B5EF4-FFF2-40B4-BE49-F238E27FC236}">
                  <a16:creationId xmlns:a16="http://schemas.microsoft.com/office/drawing/2014/main" id="{E15E7A19-9500-ECBC-AC43-0CB73D713F9F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407989" y="3972888"/>
              <a:ext cx="3653488" cy="547742"/>
            </a:xfrm>
            <a:prstGeom prst="trapezoid">
              <a:avLst>
                <a:gd name="adj" fmla="val 172235"/>
              </a:avLst>
            </a:prstGeom>
            <a:gradFill>
              <a:gsLst>
                <a:gs pos="100000">
                  <a:srgbClr val="0070C0">
                    <a:lumMod val="60000"/>
                    <a:lumOff val="40000"/>
                    <a:alpha val="25000"/>
                  </a:srgbClr>
                </a:gs>
                <a:gs pos="55000">
                  <a:srgbClr val="0070C0">
                    <a:lumMod val="40000"/>
                    <a:lumOff val="60000"/>
                    <a:alpha val="0"/>
                  </a:srgbClr>
                </a:gs>
              </a:gsLst>
              <a:lin ang="5400000" scaled="1"/>
            </a:gradFill>
            <a:ln w="9525" cap="flat" cmpd="sng" algn="ctr">
              <a:gradFill>
                <a:gsLst>
                  <a:gs pos="100000">
                    <a:srgbClr val="0070C0">
                      <a:lumMod val="40000"/>
                      <a:lumOff val="60000"/>
                      <a:alpha val="0"/>
                    </a:srgbClr>
                  </a:gs>
                  <a:gs pos="100000">
                    <a:srgbClr val="0070C0">
                      <a:lumMod val="60000"/>
                      <a:lumOff val="40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210"/>
                </a:solidFill>
                <a:effectLst/>
                <a:uLnTx/>
                <a:uFillTx/>
                <a:latin typeface="微软雅黑" panose="020B0503020204020204" charset="-122"/>
                <a:ea typeface="微软雅黑"/>
                <a:sym typeface="微软雅黑" panose="020B0503020204020204" charset="-122"/>
              </a:endParaRPr>
            </a:p>
          </p:txBody>
        </p:sp>
        <p:sp>
          <p:nvSpPr>
            <p:cNvPr id="27" name="PA-文本框 65">
              <a:extLst>
                <a:ext uri="{FF2B5EF4-FFF2-40B4-BE49-F238E27FC236}">
                  <a16:creationId xmlns:a16="http://schemas.microsoft.com/office/drawing/2014/main" id="{BFF8E809-A497-3A8E-C777-4A65D92F7310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565642" y="4042689"/>
              <a:ext cx="33228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600" b="1" spc="300">
                  <a:gradFill flip="none" rotWithShape="1">
                    <a:gsLst>
                      <a:gs pos="0">
                        <a:srgbClr val="00F3FF"/>
                      </a:gs>
                      <a:gs pos="100000">
                        <a:srgbClr val="00F3FF">
                          <a:lumMod val="0"/>
                          <a:lumOff val="100000"/>
                        </a:srgbClr>
                      </a:gs>
                    </a:gsLst>
                    <a:lin ang="13500000" scaled="1"/>
                    <a:tileRect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/>
                  <a:ea typeface="微软雅黑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300" normalizeH="0" baseline="0" noProof="0">
                  <a:ln>
                    <a:noFill/>
                  </a:ln>
                  <a:gradFill>
                    <a:gsLst>
                      <a:gs pos="100000">
                        <a:srgbClr val="0070C0"/>
                      </a:gs>
                      <a:gs pos="0">
                        <a:srgbClr val="0070C0"/>
                      </a:gs>
                    </a:gsLst>
                    <a:lin ang="5400000" scaled="1"/>
                  </a:gradFill>
                  <a:effectLst>
                    <a:reflection blurRad="215900" stA="30000" endPos="45500" dist="63500" dir="5400000" sy="-100000" algn="bl" rotWithShape="0"/>
                  </a:effectLst>
                  <a:uLnTx/>
                  <a:uFillTx/>
                  <a:latin typeface="微软雅黑"/>
                  <a:ea typeface="微软雅黑"/>
                </a:rPr>
                <a:t>输入关键词</a:t>
              </a:r>
              <a:endParaRPr kumimoji="0" lang="zh-CN" altLang="en-US" sz="2000" b="1" i="0" u="none" strike="noStrike" kern="0" cap="none" spc="300" normalizeH="0" baseline="0" noProof="0" dirty="0">
                <a:ln>
                  <a:noFill/>
                </a:ln>
                <a:gradFill>
                  <a:gsLst>
                    <a:gs pos="100000">
                      <a:srgbClr val="0070C0"/>
                    </a:gs>
                    <a:gs pos="0">
                      <a:srgbClr val="0070C0"/>
                    </a:gs>
                  </a:gsLst>
                  <a:lin ang="5400000" scaled="1"/>
                </a:gradFill>
                <a:effectLst>
                  <a:reflection blurRad="215900" stA="30000" endPos="45500" dist="63500" dir="5400000" sy="-100000" algn="bl" rotWithShape="0"/>
                </a:effectLst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28" name="PA-文本框 50">
              <a:extLst>
                <a:ext uri="{FF2B5EF4-FFF2-40B4-BE49-F238E27FC236}">
                  <a16:creationId xmlns:a16="http://schemas.microsoft.com/office/drawing/2014/main" id="{7F989E0F-9E8C-FD8A-043C-E5E3CB27084E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1208749" y="4684655"/>
              <a:ext cx="2051844" cy="27206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</a:rPr>
                <a:t>请单击文本框编辑文案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8DD094CE-4632-B7AA-5509-3265E7892D24}"/>
                </a:ext>
              </a:extLst>
            </p:cNvPr>
            <p:cNvSpPr/>
            <p:nvPr/>
          </p:nvSpPr>
          <p:spPr>
            <a:xfrm>
              <a:off x="757032" y="5093155"/>
              <a:ext cx="2963119" cy="1419922"/>
            </a:xfrm>
            <a:prstGeom prst="roundRect">
              <a:avLst>
                <a:gd name="adj" fmla="val 3072"/>
              </a:avLst>
            </a:prstGeom>
            <a:blipFill>
              <a:blip r:embed="rId26"/>
              <a:srcRect/>
              <a:stretch>
                <a:fillRect t="-8586" b="-8586"/>
              </a:stretch>
            </a:blip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304800" dist="38100" dir="2700000" algn="tl" rotWithShape="0">
                <a:srgbClr val="0070C0">
                  <a:alpha val="3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B7C85190-3C32-2B1A-46C0-00B88E763F54}"/>
              </a:ext>
            </a:extLst>
          </p:cNvPr>
          <p:cNvGrpSpPr/>
          <p:nvPr/>
        </p:nvGrpSpPr>
        <p:grpSpPr>
          <a:xfrm>
            <a:off x="4269256" y="3972888"/>
            <a:ext cx="3653489" cy="3183948"/>
            <a:chOff x="4269256" y="3972888"/>
            <a:chExt cx="3653489" cy="3183948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83BB347D-D757-DA92-F5D2-5FAA1DFEE2C2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flipV="1">
              <a:off x="4269256" y="4520627"/>
              <a:ext cx="3653489" cy="2636209"/>
            </a:xfrm>
            <a:prstGeom prst="rect">
              <a:avLst/>
            </a:prstGeom>
            <a:gradFill>
              <a:gsLst>
                <a:gs pos="100000">
                  <a:srgbClr val="0070C0">
                    <a:lumMod val="60000"/>
                    <a:lumOff val="40000"/>
                    <a:alpha val="10000"/>
                  </a:srgbClr>
                </a:gs>
                <a:gs pos="28000">
                  <a:srgbClr val="0070C0">
                    <a:lumMod val="40000"/>
                    <a:lumOff val="60000"/>
                    <a:alpha val="0"/>
                  </a:srgbClr>
                </a:gs>
              </a:gsLst>
              <a:lin ang="5400000" scaled="1"/>
            </a:gradFill>
            <a:ln w="3175" cap="flat" cmpd="sng" algn="ctr">
              <a:gradFill>
                <a:gsLst>
                  <a:gs pos="31000">
                    <a:srgbClr val="0070C0">
                      <a:lumMod val="40000"/>
                      <a:lumOff val="60000"/>
                      <a:alpha val="0"/>
                    </a:srgbClr>
                  </a:gs>
                  <a:gs pos="100000">
                    <a:srgbClr val="0070C0">
                      <a:lumMod val="40000"/>
                      <a:lumOff val="60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210"/>
                </a:solidFill>
                <a:effectLst/>
                <a:uLnTx/>
                <a:uFillTx/>
                <a:latin typeface="微软雅黑" panose="020B0503020204020204" charset="-122"/>
                <a:ea typeface="微软雅黑"/>
                <a:sym typeface="微软雅黑" panose="020B0503020204020204" charset="-122"/>
              </a:endParaRPr>
            </a:p>
          </p:txBody>
        </p:sp>
        <p:sp>
          <p:nvSpPr>
            <p:cNvPr id="32" name="梯形 31">
              <a:extLst>
                <a:ext uri="{FF2B5EF4-FFF2-40B4-BE49-F238E27FC236}">
                  <a16:creationId xmlns:a16="http://schemas.microsoft.com/office/drawing/2014/main" id="{C4DF141B-3A7D-0ADD-CAF4-96A8FA36D262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4269257" y="3972888"/>
              <a:ext cx="3653488" cy="547742"/>
            </a:xfrm>
            <a:prstGeom prst="trapezoid">
              <a:avLst>
                <a:gd name="adj" fmla="val 172235"/>
              </a:avLst>
            </a:prstGeom>
            <a:gradFill>
              <a:gsLst>
                <a:gs pos="100000">
                  <a:srgbClr val="0070C0">
                    <a:lumMod val="60000"/>
                    <a:lumOff val="40000"/>
                    <a:alpha val="25000"/>
                  </a:srgbClr>
                </a:gs>
                <a:gs pos="55000">
                  <a:srgbClr val="0070C0">
                    <a:lumMod val="40000"/>
                    <a:lumOff val="60000"/>
                    <a:alpha val="0"/>
                  </a:srgbClr>
                </a:gs>
              </a:gsLst>
              <a:lin ang="5400000" scaled="1"/>
            </a:gradFill>
            <a:ln w="9525" cap="flat" cmpd="sng" algn="ctr">
              <a:gradFill>
                <a:gsLst>
                  <a:gs pos="100000">
                    <a:srgbClr val="0070C0">
                      <a:lumMod val="40000"/>
                      <a:lumOff val="60000"/>
                      <a:alpha val="0"/>
                    </a:srgbClr>
                  </a:gs>
                  <a:gs pos="100000">
                    <a:srgbClr val="0070C0">
                      <a:lumMod val="60000"/>
                      <a:lumOff val="40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210"/>
                </a:solidFill>
                <a:effectLst/>
                <a:uLnTx/>
                <a:uFillTx/>
                <a:latin typeface="微软雅黑" panose="020B0503020204020204" charset="-122"/>
                <a:ea typeface="微软雅黑"/>
                <a:sym typeface="微软雅黑" panose="020B0503020204020204" charset="-122"/>
              </a:endParaRPr>
            </a:p>
          </p:txBody>
        </p:sp>
        <p:sp>
          <p:nvSpPr>
            <p:cNvPr id="33" name="PA-文本框 65">
              <a:extLst>
                <a:ext uri="{FF2B5EF4-FFF2-40B4-BE49-F238E27FC236}">
                  <a16:creationId xmlns:a16="http://schemas.microsoft.com/office/drawing/2014/main" id="{799FA607-2064-E665-EC7F-9E9C179D4D2E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4426910" y="4042689"/>
              <a:ext cx="33228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600" b="1" spc="300">
                  <a:gradFill flip="none" rotWithShape="1">
                    <a:gsLst>
                      <a:gs pos="0">
                        <a:srgbClr val="00F3FF"/>
                      </a:gs>
                      <a:gs pos="100000">
                        <a:srgbClr val="00F3FF">
                          <a:lumMod val="0"/>
                          <a:lumOff val="100000"/>
                        </a:srgbClr>
                      </a:gs>
                    </a:gsLst>
                    <a:lin ang="13500000" scaled="1"/>
                    <a:tileRect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/>
                  <a:ea typeface="微软雅黑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300" normalizeH="0" baseline="0" noProof="0">
                  <a:ln>
                    <a:noFill/>
                  </a:ln>
                  <a:gradFill>
                    <a:gsLst>
                      <a:gs pos="100000">
                        <a:srgbClr val="0070C0"/>
                      </a:gs>
                      <a:gs pos="0">
                        <a:srgbClr val="0070C0"/>
                      </a:gs>
                    </a:gsLst>
                    <a:lin ang="5400000" scaled="1"/>
                  </a:gradFill>
                  <a:effectLst>
                    <a:reflection blurRad="215900" stA="30000" endPos="45500" dist="63500" dir="5400000" sy="-100000" algn="bl" rotWithShape="0"/>
                  </a:effectLst>
                  <a:uLnTx/>
                  <a:uFillTx/>
                  <a:latin typeface="微软雅黑"/>
                  <a:ea typeface="微软雅黑"/>
                </a:rPr>
                <a:t>输入关键词</a:t>
              </a:r>
              <a:endParaRPr kumimoji="0" lang="zh-CN" altLang="en-US" sz="2000" b="1" i="0" u="none" strike="noStrike" kern="0" cap="none" spc="300" normalizeH="0" baseline="0" noProof="0" dirty="0">
                <a:ln>
                  <a:noFill/>
                </a:ln>
                <a:gradFill>
                  <a:gsLst>
                    <a:gs pos="100000">
                      <a:srgbClr val="0070C0"/>
                    </a:gs>
                    <a:gs pos="0">
                      <a:srgbClr val="0070C0"/>
                    </a:gs>
                  </a:gsLst>
                  <a:lin ang="5400000" scaled="1"/>
                </a:gradFill>
                <a:effectLst>
                  <a:reflection blurRad="215900" stA="30000" endPos="45500" dist="63500" dir="5400000" sy="-100000" algn="bl" rotWithShape="0"/>
                </a:effectLst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34" name="PA-文本框 50">
              <a:extLst>
                <a:ext uri="{FF2B5EF4-FFF2-40B4-BE49-F238E27FC236}">
                  <a16:creationId xmlns:a16="http://schemas.microsoft.com/office/drawing/2014/main" id="{D7C247FB-84A2-8339-6F49-D25B5C67B826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5070017" y="4684655"/>
              <a:ext cx="2051844" cy="27206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</a:rPr>
                <a:t>请单击文本框编辑文案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3B9BBB4A-238E-4E91-1F68-A2DDB31FAEE0}"/>
                </a:ext>
              </a:extLst>
            </p:cNvPr>
            <p:cNvSpPr/>
            <p:nvPr/>
          </p:nvSpPr>
          <p:spPr>
            <a:xfrm>
              <a:off x="4618300" y="5093155"/>
              <a:ext cx="2963119" cy="1419922"/>
            </a:xfrm>
            <a:prstGeom prst="roundRect">
              <a:avLst>
                <a:gd name="adj" fmla="val 3072"/>
              </a:avLst>
            </a:prstGeom>
            <a:blipFill>
              <a:blip r:embed="rId27"/>
              <a:srcRect/>
              <a:stretch>
                <a:fillRect t="-19561" b="-19561"/>
              </a:stretch>
            </a:blip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304800" dist="38100" dir="2700000" algn="tl" rotWithShape="0">
                <a:srgbClr val="0070C0">
                  <a:alpha val="3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9A05B23A-D960-A1E7-08D1-E13AB1035AFF}"/>
              </a:ext>
            </a:extLst>
          </p:cNvPr>
          <p:cNvGrpSpPr/>
          <p:nvPr/>
        </p:nvGrpSpPr>
        <p:grpSpPr>
          <a:xfrm>
            <a:off x="8130524" y="3972888"/>
            <a:ext cx="3653489" cy="3183948"/>
            <a:chOff x="8130524" y="3972888"/>
            <a:chExt cx="3653489" cy="3183948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D3EA0298-F3A6-A3F7-F941-1D684F89CCCA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 flipV="1">
              <a:off x="8130524" y="4520627"/>
              <a:ext cx="3653489" cy="2636209"/>
            </a:xfrm>
            <a:prstGeom prst="rect">
              <a:avLst/>
            </a:prstGeom>
            <a:gradFill>
              <a:gsLst>
                <a:gs pos="100000">
                  <a:srgbClr val="0070C0">
                    <a:lumMod val="60000"/>
                    <a:lumOff val="40000"/>
                    <a:alpha val="10000"/>
                  </a:srgbClr>
                </a:gs>
                <a:gs pos="28000">
                  <a:srgbClr val="0070C0">
                    <a:lumMod val="40000"/>
                    <a:lumOff val="60000"/>
                    <a:alpha val="0"/>
                  </a:srgbClr>
                </a:gs>
              </a:gsLst>
              <a:lin ang="5400000" scaled="1"/>
            </a:gradFill>
            <a:ln w="3175" cap="flat" cmpd="sng" algn="ctr">
              <a:gradFill>
                <a:gsLst>
                  <a:gs pos="31000">
                    <a:srgbClr val="0070C0">
                      <a:lumMod val="40000"/>
                      <a:lumOff val="60000"/>
                      <a:alpha val="0"/>
                    </a:srgbClr>
                  </a:gs>
                  <a:gs pos="100000">
                    <a:srgbClr val="0070C0">
                      <a:lumMod val="40000"/>
                      <a:lumOff val="60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210"/>
                </a:solidFill>
                <a:effectLst/>
                <a:uLnTx/>
                <a:uFillTx/>
                <a:latin typeface="微软雅黑" panose="020B0503020204020204" charset="-122"/>
                <a:ea typeface="微软雅黑"/>
                <a:sym typeface="微软雅黑" panose="020B0503020204020204" charset="-122"/>
              </a:endParaRPr>
            </a:p>
          </p:txBody>
        </p:sp>
        <p:sp>
          <p:nvSpPr>
            <p:cNvPr id="38" name="梯形 37">
              <a:extLst>
                <a:ext uri="{FF2B5EF4-FFF2-40B4-BE49-F238E27FC236}">
                  <a16:creationId xmlns:a16="http://schemas.microsoft.com/office/drawing/2014/main" id="{8DE87358-0543-522B-E2AD-97F2B367CF7C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8130525" y="3972888"/>
              <a:ext cx="3653488" cy="547742"/>
            </a:xfrm>
            <a:prstGeom prst="trapezoid">
              <a:avLst>
                <a:gd name="adj" fmla="val 172235"/>
              </a:avLst>
            </a:prstGeom>
            <a:gradFill>
              <a:gsLst>
                <a:gs pos="100000">
                  <a:srgbClr val="0070C0">
                    <a:lumMod val="60000"/>
                    <a:lumOff val="40000"/>
                    <a:alpha val="25000"/>
                  </a:srgbClr>
                </a:gs>
                <a:gs pos="55000">
                  <a:srgbClr val="0070C0">
                    <a:lumMod val="40000"/>
                    <a:lumOff val="60000"/>
                    <a:alpha val="0"/>
                  </a:srgbClr>
                </a:gs>
              </a:gsLst>
              <a:lin ang="5400000" scaled="1"/>
            </a:gradFill>
            <a:ln w="9525" cap="flat" cmpd="sng" algn="ctr">
              <a:gradFill>
                <a:gsLst>
                  <a:gs pos="100000">
                    <a:srgbClr val="0070C0">
                      <a:lumMod val="40000"/>
                      <a:lumOff val="60000"/>
                      <a:alpha val="0"/>
                    </a:srgbClr>
                  </a:gs>
                  <a:gs pos="100000">
                    <a:srgbClr val="0070C0">
                      <a:lumMod val="60000"/>
                      <a:lumOff val="40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210"/>
                </a:solidFill>
                <a:effectLst/>
                <a:uLnTx/>
                <a:uFillTx/>
                <a:latin typeface="微软雅黑" panose="020B0503020204020204" charset="-122"/>
                <a:ea typeface="微软雅黑"/>
                <a:sym typeface="微软雅黑" panose="020B0503020204020204" charset="-122"/>
              </a:endParaRPr>
            </a:p>
          </p:txBody>
        </p:sp>
        <p:sp>
          <p:nvSpPr>
            <p:cNvPr id="39" name="PA-文本框 65">
              <a:extLst>
                <a:ext uri="{FF2B5EF4-FFF2-40B4-BE49-F238E27FC236}">
                  <a16:creationId xmlns:a16="http://schemas.microsoft.com/office/drawing/2014/main" id="{ED90630B-9A61-2BB3-083F-AC91FBD2DA1A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8288178" y="4042689"/>
              <a:ext cx="33228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600" b="1" spc="300">
                  <a:gradFill flip="none" rotWithShape="1">
                    <a:gsLst>
                      <a:gs pos="0">
                        <a:srgbClr val="00F3FF"/>
                      </a:gs>
                      <a:gs pos="100000">
                        <a:srgbClr val="00F3FF">
                          <a:lumMod val="0"/>
                          <a:lumOff val="100000"/>
                        </a:srgbClr>
                      </a:gs>
                    </a:gsLst>
                    <a:lin ang="13500000" scaled="1"/>
                    <a:tileRect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/>
                  <a:ea typeface="微软雅黑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300" normalizeH="0" baseline="0" noProof="0">
                  <a:ln>
                    <a:noFill/>
                  </a:ln>
                  <a:gradFill>
                    <a:gsLst>
                      <a:gs pos="100000">
                        <a:srgbClr val="0070C0"/>
                      </a:gs>
                      <a:gs pos="0">
                        <a:srgbClr val="0070C0"/>
                      </a:gs>
                    </a:gsLst>
                    <a:lin ang="5400000" scaled="1"/>
                  </a:gradFill>
                  <a:effectLst>
                    <a:reflection blurRad="215900" stA="30000" endPos="45500" dist="63500" dir="5400000" sy="-100000" algn="bl" rotWithShape="0"/>
                  </a:effectLst>
                  <a:uLnTx/>
                  <a:uFillTx/>
                  <a:latin typeface="微软雅黑"/>
                  <a:ea typeface="微软雅黑"/>
                </a:rPr>
                <a:t>输入关键词</a:t>
              </a:r>
              <a:endParaRPr kumimoji="0" lang="zh-CN" altLang="en-US" sz="2000" b="1" i="0" u="none" strike="noStrike" kern="0" cap="none" spc="300" normalizeH="0" baseline="0" noProof="0" dirty="0">
                <a:ln>
                  <a:noFill/>
                </a:ln>
                <a:gradFill>
                  <a:gsLst>
                    <a:gs pos="100000">
                      <a:srgbClr val="0070C0"/>
                    </a:gs>
                    <a:gs pos="0">
                      <a:srgbClr val="0070C0"/>
                    </a:gs>
                  </a:gsLst>
                  <a:lin ang="5400000" scaled="1"/>
                </a:gradFill>
                <a:effectLst>
                  <a:reflection blurRad="215900" stA="30000" endPos="45500" dist="63500" dir="5400000" sy="-100000" algn="bl" rotWithShape="0"/>
                </a:effectLst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40" name="PA-文本框 50">
              <a:extLst>
                <a:ext uri="{FF2B5EF4-FFF2-40B4-BE49-F238E27FC236}">
                  <a16:creationId xmlns:a16="http://schemas.microsoft.com/office/drawing/2014/main" id="{F352DD0B-B5FA-D9A8-C34E-4E0D9929ACC7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8931285" y="4684655"/>
              <a:ext cx="2051844" cy="27206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</a:rPr>
                <a:t>请单击文本框编辑文案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D1788B53-8268-15B0-8BF4-B189B7F36FB9}"/>
                </a:ext>
              </a:extLst>
            </p:cNvPr>
            <p:cNvSpPr/>
            <p:nvPr/>
          </p:nvSpPr>
          <p:spPr>
            <a:xfrm>
              <a:off x="8479568" y="5093155"/>
              <a:ext cx="2963119" cy="1419922"/>
            </a:xfrm>
            <a:prstGeom prst="roundRect">
              <a:avLst>
                <a:gd name="adj" fmla="val 3072"/>
              </a:avLst>
            </a:prstGeom>
            <a:blipFill>
              <a:blip r:embed="rId28"/>
              <a:srcRect/>
              <a:stretch>
                <a:fillRect t="-10208" b="-10208"/>
              </a:stretch>
            </a:blip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304800" dist="38100" dir="2700000" algn="tl" rotWithShape="0">
                <a:srgbClr val="0070C0">
                  <a:alpha val="3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DFDEA146-1FDC-0E34-9000-A92A6413D046}"/>
              </a:ext>
            </a:extLst>
          </p:cNvPr>
          <p:cNvSpPr txBox="1"/>
          <p:nvPr/>
        </p:nvSpPr>
        <p:spPr>
          <a:xfrm>
            <a:off x="10957458" y="140018"/>
            <a:ext cx="10833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  <a:latin typeface="微软雅黑"/>
                <a:ea typeface="微软雅黑"/>
              </a:rPr>
              <a:t>LOGO</a:t>
            </a:r>
            <a:endParaRPr lang="zh-CN" altLang="en-US" sz="2400" b="1" dirty="0">
              <a:solidFill>
                <a:srgbClr val="0070C0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2875122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Office PowerPoint</Application>
  <PresentationFormat>宽屏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1198611347@qq.com</dc:creator>
  <cp:lastModifiedBy>1198611347@qq.com</cp:lastModifiedBy>
  <cp:revision>1</cp:revision>
  <dcterms:created xsi:type="dcterms:W3CDTF">2025-05-02T16:14:43Z</dcterms:created>
  <dcterms:modified xsi:type="dcterms:W3CDTF">2025-05-02T16:14:50Z</dcterms:modified>
</cp:coreProperties>
</file>